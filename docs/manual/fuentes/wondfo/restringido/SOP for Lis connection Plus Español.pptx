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4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70164" y="570483"/>
            <a:ext cx="905167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266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271" y="5251703"/>
            <a:ext cx="5440680" cy="16062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267771" y="395208"/>
            <a:ext cx="467359" cy="478790"/>
          </a:xfrm>
          <a:custGeom>
            <a:avLst/>
            <a:gdLst/>
            <a:ahLst/>
            <a:cxnLst/>
            <a:rect l="l" t="t" r="r" b="b"/>
            <a:pathLst>
              <a:path w="467359" h="478790">
                <a:moveTo>
                  <a:pt x="467028" y="0"/>
                </a:moveTo>
                <a:lnTo>
                  <a:pt x="0" y="0"/>
                </a:lnTo>
                <a:lnTo>
                  <a:pt x="0" y="383031"/>
                </a:lnTo>
                <a:lnTo>
                  <a:pt x="233514" y="478789"/>
                </a:lnTo>
                <a:lnTo>
                  <a:pt x="467028" y="383031"/>
                </a:lnTo>
                <a:lnTo>
                  <a:pt x="467028" y="0"/>
                </a:lnTo>
                <a:close/>
              </a:path>
            </a:pathLst>
          </a:custGeom>
          <a:solidFill>
            <a:srgbClr val="0B6C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34" y="835898"/>
            <a:ext cx="5593715" cy="76200"/>
          </a:xfrm>
          <a:custGeom>
            <a:avLst/>
            <a:gdLst/>
            <a:ahLst/>
            <a:cxnLst/>
            <a:rect l="l" t="t" r="r" b="b"/>
            <a:pathLst>
              <a:path w="5593715" h="76200">
                <a:moveTo>
                  <a:pt x="5555260" y="0"/>
                </a:moveTo>
                <a:lnTo>
                  <a:pt x="5540415" y="2999"/>
                </a:lnTo>
                <a:lnTo>
                  <a:pt x="5528304" y="11168"/>
                </a:lnTo>
                <a:lnTo>
                  <a:pt x="5520142" y="23281"/>
                </a:lnTo>
                <a:lnTo>
                  <a:pt x="5518111" y="33325"/>
                </a:lnTo>
                <a:lnTo>
                  <a:pt x="5555250" y="33337"/>
                </a:lnTo>
                <a:lnTo>
                  <a:pt x="5555246" y="42862"/>
                </a:lnTo>
                <a:lnTo>
                  <a:pt x="5518110" y="42862"/>
                </a:lnTo>
                <a:lnTo>
                  <a:pt x="5520153" y="52942"/>
                </a:lnTo>
                <a:lnTo>
                  <a:pt x="5528325" y="65050"/>
                </a:lnTo>
                <a:lnTo>
                  <a:pt x="5540406" y="73201"/>
                </a:lnTo>
                <a:lnTo>
                  <a:pt x="5555236" y="76200"/>
                </a:lnTo>
                <a:lnTo>
                  <a:pt x="5570081" y="73201"/>
                </a:lnTo>
                <a:lnTo>
                  <a:pt x="5582192" y="65032"/>
                </a:lnTo>
                <a:lnTo>
                  <a:pt x="5590353" y="52918"/>
                </a:lnTo>
                <a:lnTo>
                  <a:pt x="5592387" y="42862"/>
                </a:lnTo>
                <a:lnTo>
                  <a:pt x="5555246" y="42862"/>
                </a:lnTo>
                <a:lnTo>
                  <a:pt x="5592389" y="42850"/>
                </a:lnTo>
                <a:lnTo>
                  <a:pt x="5593342" y="38087"/>
                </a:lnTo>
                <a:lnTo>
                  <a:pt x="5590343" y="23258"/>
                </a:lnTo>
                <a:lnTo>
                  <a:pt x="5582171" y="11150"/>
                </a:lnTo>
                <a:lnTo>
                  <a:pt x="5570090" y="2999"/>
                </a:lnTo>
                <a:lnTo>
                  <a:pt x="5555260" y="0"/>
                </a:lnTo>
                <a:close/>
              </a:path>
              <a:path w="5593715" h="76200">
                <a:moveTo>
                  <a:pt x="5518111" y="33325"/>
                </a:moveTo>
                <a:lnTo>
                  <a:pt x="5517152" y="38112"/>
                </a:lnTo>
                <a:lnTo>
                  <a:pt x="5518107" y="42850"/>
                </a:lnTo>
                <a:lnTo>
                  <a:pt x="5555246" y="42862"/>
                </a:lnTo>
                <a:lnTo>
                  <a:pt x="5555250" y="33337"/>
                </a:lnTo>
                <a:lnTo>
                  <a:pt x="5518111" y="33325"/>
                </a:lnTo>
                <a:close/>
              </a:path>
              <a:path w="5593715" h="76200">
                <a:moveTo>
                  <a:pt x="3" y="31498"/>
                </a:moveTo>
                <a:lnTo>
                  <a:pt x="0" y="41023"/>
                </a:lnTo>
                <a:lnTo>
                  <a:pt x="5518107" y="42850"/>
                </a:lnTo>
                <a:lnTo>
                  <a:pt x="5517147" y="38087"/>
                </a:lnTo>
                <a:lnTo>
                  <a:pt x="5518111" y="33325"/>
                </a:lnTo>
                <a:lnTo>
                  <a:pt x="3" y="31498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271" y="5251703"/>
            <a:ext cx="5440680" cy="16062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267771" y="395208"/>
            <a:ext cx="467359" cy="478790"/>
          </a:xfrm>
          <a:custGeom>
            <a:avLst/>
            <a:gdLst/>
            <a:ahLst/>
            <a:cxnLst/>
            <a:rect l="l" t="t" r="r" b="b"/>
            <a:pathLst>
              <a:path w="467359" h="478790">
                <a:moveTo>
                  <a:pt x="467028" y="0"/>
                </a:moveTo>
                <a:lnTo>
                  <a:pt x="0" y="0"/>
                </a:lnTo>
                <a:lnTo>
                  <a:pt x="0" y="383031"/>
                </a:lnTo>
                <a:lnTo>
                  <a:pt x="233514" y="478789"/>
                </a:lnTo>
                <a:lnTo>
                  <a:pt x="467028" y="383031"/>
                </a:lnTo>
                <a:lnTo>
                  <a:pt x="467028" y="0"/>
                </a:lnTo>
                <a:close/>
              </a:path>
            </a:pathLst>
          </a:custGeom>
          <a:solidFill>
            <a:srgbClr val="0B6C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34" y="835898"/>
            <a:ext cx="5593715" cy="76200"/>
          </a:xfrm>
          <a:custGeom>
            <a:avLst/>
            <a:gdLst/>
            <a:ahLst/>
            <a:cxnLst/>
            <a:rect l="l" t="t" r="r" b="b"/>
            <a:pathLst>
              <a:path w="5593715" h="76200">
                <a:moveTo>
                  <a:pt x="5555260" y="0"/>
                </a:moveTo>
                <a:lnTo>
                  <a:pt x="5540415" y="2999"/>
                </a:lnTo>
                <a:lnTo>
                  <a:pt x="5528304" y="11168"/>
                </a:lnTo>
                <a:lnTo>
                  <a:pt x="5520142" y="23281"/>
                </a:lnTo>
                <a:lnTo>
                  <a:pt x="5518111" y="33325"/>
                </a:lnTo>
                <a:lnTo>
                  <a:pt x="5555250" y="33337"/>
                </a:lnTo>
                <a:lnTo>
                  <a:pt x="5555246" y="42862"/>
                </a:lnTo>
                <a:lnTo>
                  <a:pt x="5518110" y="42862"/>
                </a:lnTo>
                <a:lnTo>
                  <a:pt x="5520153" y="52942"/>
                </a:lnTo>
                <a:lnTo>
                  <a:pt x="5528325" y="65050"/>
                </a:lnTo>
                <a:lnTo>
                  <a:pt x="5540406" y="73201"/>
                </a:lnTo>
                <a:lnTo>
                  <a:pt x="5555236" y="76200"/>
                </a:lnTo>
                <a:lnTo>
                  <a:pt x="5570081" y="73201"/>
                </a:lnTo>
                <a:lnTo>
                  <a:pt x="5582192" y="65032"/>
                </a:lnTo>
                <a:lnTo>
                  <a:pt x="5590353" y="52918"/>
                </a:lnTo>
                <a:lnTo>
                  <a:pt x="5592387" y="42862"/>
                </a:lnTo>
                <a:lnTo>
                  <a:pt x="5555246" y="42862"/>
                </a:lnTo>
                <a:lnTo>
                  <a:pt x="5592389" y="42850"/>
                </a:lnTo>
                <a:lnTo>
                  <a:pt x="5593342" y="38087"/>
                </a:lnTo>
                <a:lnTo>
                  <a:pt x="5590343" y="23258"/>
                </a:lnTo>
                <a:lnTo>
                  <a:pt x="5582171" y="11150"/>
                </a:lnTo>
                <a:lnTo>
                  <a:pt x="5570090" y="2999"/>
                </a:lnTo>
                <a:lnTo>
                  <a:pt x="5555260" y="0"/>
                </a:lnTo>
                <a:close/>
              </a:path>
              <a:path w="5593715" h="76200">
                <a:moveTo>
                  <a:pt x="5518111" y="33325"/>
                </a:moveTo>
                <a:lnTo>
                  <a:pt x="5517152" y="38112"/>
                </a:lnTo>
                <a:lnTo>
                  <a:pt x="5518107" y="42850"/>
                </a:lnTo>
                <a:lnTo>
                  <a:pt x="5555246" y="42862"/>
                </a:lnTo>
                <a:lnTo>
                  <a:pt x="5555250" y="33337"/>
                </a:lnTo>
                <a:lnTo>
                  <a:pt x="5518111" y="33325"/>
                </a:lnTo>
                <a:close/>
              </a:path>
              <a:path w="5593715" h="76200">
                <a:moveTo>
                  <a:pt x="3" y="31498"/>
                </a:moveTo>
                <a:lnTo>
                  <a:pt x="0" y="41023"/>
                </a:lnTo>
                <a:lnTo>
                  <a:pt x="5518107" y="42850"/>
                </a:lnTo>
                <a:lnTo>
                  <a:pt x="5517147" y="38087"/>
                </a:lnTo>
                <a:lnTo>
                  <a:pt x="5518111" y="33325"/>
                </a:lnTo>
                <a:lnTo>
                  <a:pt x="3" y="31498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335" y="921849"/>
            <a:ext cx="7621063" cy="571579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767408" y="3732231"/>
            <a:ext cx="1224280" cy="369570"/>
          </a:xfrm>
          <a:custGeom>
            <a:avLst/>
            <a:gdLst/>
            <a:ahLst/>
            <a:cxnLst/>
            <a:rect l="l" t="t" r="r" b="b"/>
            <a:pathLst>
              <a:path w="1224280" h="369570">
                <a:moveTo>
                  <a:pt x="0" y="0"/>
                </a:moveTo>
                <a:lnTo>
                  <a:pt x="1224137" y="0"/>
                </a:lnTo>
                <a:lnTo>
                  <a:pt x="1224137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271" y="5251703"/>
            <a:ext cx="5440680" cy="16062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267771" y="395208"/>
            <a:ext cx="467359" cy="478790"/>
          </a:xfrm>
          <a:custGeom>
            <a:avLst/>
            <a:gdLst/>
            <a:ahLst/>
            <a:cxnLst/>
            <a:rect l="l" t="t" r="r" b="b"/>
            <a:pathLst>
              <a:path w="467359" h="478790">
                <a:moveTo>
                  <a:pt x="467028" y="0"/>
                </a:moveTo>
                <a:lnTo>
                  <a:pt x="0" y="0"/>
                </a:lnTo>
                <a:lnTo>
                  <a:pt x="0" y="383031"/>
                </a:lnTo>
                <a:lnTo>
                  <a:pt x="233514" y="478789"/>
                </a:lnTo>
                <a:lnTo>
                  <a:pt x="467028" y="383031"/>
                </a:lnTo>
                <a:lnTo>
                  <a:pt x="467028" y="0"/>
                </a:lnTo>
                <a:close/>
              </a:path>
            </a:pathLst>
          </a:custGeom>
          <a:solidFill>
            <a:srgbClr val="0B6CB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762"/>
            <a:ext cx="12192000" cy="684847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3717032"/>
            <a:ext cx="12192000" cy="3141345"/>
          </a:xfrm>
          <a:custGeom>
            <a:avLst/>
            <a:gdLst/>
            <a:ahLst/>
            <a:cxnLst/>
            <a:rect l="l" t="t" r="r" b="b"/>
            <a:pathLst>
              <a:path w="12192000" h="3141345">
                <a:moveTo>
                  <a:pt x="0" y="3140967"/>
                </a:moveTo>
                <a:lnTo>
                  <a:pt x="0" y="0"/>
                </a:lnTo>
                <a:lnTo>
                  <a:pt x="12192000" y="0"/>
                </a:lnTo>
                <a:lnTo>
                  <a:pt x="12192000" y="3140967"/>
                </a:lnTo>
                <a:lnTo>
                  <a:pt x="0" y="3140967"/>
                </a:lnTo>
                <a:close/>
              </a:path>
            </a:pathLst>
          </a:custGeom>
          <a:solidFill>
            <a:srgbClr val="0B6CB5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3710682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12192000" h="12700">
                <a:moveTo>
                  <a:pt x="0" y="0"/>
                </a:moveTo>
                <a:lnTo>
                  <a:pt x="12192000" y="0"/>
                </a:lnTo>
                <a:lnTo>
                  <a:pt x="12192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B6CB5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68008" y="4288271"/>
            <a:ext cx="3577904" cy="8597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48271" y="5251703"/>
            <a:ext cx="5440680" cy="16062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267771" y="395208"/>
            <a:ext cx="467359" cy="478790"/>
          </a:xfrm>
          <a:custGeom>
            <a:avLst/>
            <a:gdLst/>
            <a:ahLst/>
            <a:cxnLst/>
            <a:rect l="l" t="t" r="r" b="b"/>
            <a:pathLst>
              <a:path w="467359" h="478790">
                <a:moveTo>
                  <a:pt x="467028" y="0"/>
                </a:moveTo>
                <a:lnTo>
                  <a:pt x="0" y="0"/>
                </a:lnTo>
                <a:lnTo>
                  <a:pt x="0" y="383031"/>
                </a:lnTo>
                <a:lnTo>
                  <a:pt x="233514" y="478789"/>
                </a:lnTo>
                <a:lnTo>
                  <a:pt x="467028" y="383031"/>
                </a:lnTo>
                <a:lnTo>
                  <a:pt x="467028" y="0"/>
                </a:lnTo>
                <a:close/>
              </a:path>
            </a:pathLst>
          </a:custGeom>
          <a:solidFill>
            <a:srgbClr val="0B6C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429" y="1395476"/>
            <a:ext cx="11081141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2202" y="2020315"/>
            <a:ext cx="9987595" cy="304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en.wondfo.com.cn/" TargetMode="External"/><Relationship Id="rId3" Type="http://schemas.openxmlformats.org/officeDocument/2006/relationships/image" Target="../media/image19.jp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8200" y="5734811"/>
            <a:ext cx="30619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Microsoft YaHei"/>
                <a:cs typeface="Microsoft YaHei"/>
              </a:rPr>
              <a:t>Racing</a:t>
            </a:r>
            <a:r>
              <a:rPr sz="3200" b="1" spc="-40" dirty="0">
                <a:latin typeface="Microsoft YaHei"/>
                <a:cs typeface="Microsoft YaHei"/>
              </a:rPr>
              <a:t> </a:t>
            </a:r>
            <a:r>
              <a:rPr sz="3200" b="1" spc="-5" dirty="0">
                <a:latin typeface="Microsoft YaHei"/>
                <a:cs typeface="Microsoft YaHei"/>
              </a:rPr>
              <a:t>For</a:t>
            </a:r>
            <a:r>
              <a:rPr sz="3200" b="1" spc="-30" dirty="0">
                <a:latin typeface="Microsoft YaHei"/>
                <a:cs typeface="Microsoft YaHei"/>
              </a:rPr>
              <a:t> </a:t>
            </a:r>
            <a:r>
              <a:rPr sz="3200" b="1" dirty="0">
                <a:latin typeface="Microsoft YaHei"/>
                <a:cs typeface="Microsoft YaHei"/>
              </a:rPr>
              <a:t>Life</a:t>
            </a:r>
            <a:endParaRPr sz="32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46086" y="5466065"/>
            <a:ext cx="3696970" cy="0"/>
          </a:xfrm>
          <a:custGeom>
            <a:avLst/>
            <a:gdLst/>
            <a:ahLst/>
            <a:cxnLst/>
            <a:rect l="l" t="t" r="r" b="b"/>
            <a:pathLst>
              <a:path w="3696970">
                <a:moveTo>
                  <a:pt x="0" y="0"/>
                </a:moveTo>
                <a:lnTo>
                  <a:pt x="3696349" y="1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4291" y="2279648"/>
            <a:ext cx="12212955" cy="4584700"/>
            <a:chOff x="-14291" y="2279648"/>
            <a:chExt cx="12212955" cy="4584700"/>
          </a:xfrm>
        </p:grpSpPr>
        <p:sp>
          <p:nvSpPr>
            <p:cNvPr id="3" name="object 3"/>
            <p:cNvSpPr/>
            <p:nvPr/>
          </p:nvSpPr>
          <p:spPr>
            <a:xfrm>
              <a:off x="0" y="2285999"/>
              <a:ext cx="12192000" cy="4572000"/>
            </a:xfrm>
            <a:custGeom>
              <a:avLst/>
              <a:gdLst/>
              <a:ahLst/>
              <a:cxnLst/>
              <a:rect l="l" t="t" r="r" b="b"/>
              <a:pathLst>
                <a:path w="12192000" h="4572000">
                  <a:moveTo>
                    <a:pt x="375194" y="1384300"/>
                  </a:moveTo>
                  <a:lnTo>
                    <a:pt x="0" y="1384300"/>
                  </a:lnTo>
                  <a:lnTo>
                    <a:pt x="0" y="4572000"/>
                  </a:lnTo>
                  <a:lnTo>
                    <a:pt x="12177012" y="4572000"/>
                  </a:lnTo>
                  <a:lnTo>
                    <a:pt x="12180259" y="3581400"/>
                  </a:lnTo>
                  <a:lnTo>
                    <a:pt x="6049730" y="3581400"/>
                  </a:lnTo>
                  <a:lnTo>
                    <a:pt x="5997422" y="3568700"/>
                  </a:lnTo>
                  <a:lnTo>
                    <a:pt x="5841069" y="3568700"/>
                  </a:lnTo>
                  <a:lnTo>
                    <a:pt x="5789171" y="3556000"/>
                  </a:lnTo>
                  <a:lnTo>
                    <a:pt x="5737398" y="3556000"/>
                  </a:lnTo>
                  <a:lnTo>
                    <a:pt x="5582912" y="3517900"/>
                  </a:lnTo>
                  <a:lnTo>
                    <a:pt x="5531723" y="3517900"/>
                  </a:lnTo>
                  <a:lnTo>
                    <a:pt x="5379198" y="3479800"/>
                  </a:lnTo>
                  <a:lnTo>
                    <a:pt x="5328733" y="3454400"/>
                  </a:lnTo>
                  <a:lnTo>
                    <a:pt x="5228418" y="3429000"/>
                  </a:lnTo>
                  <a:lnTo>
                    <a:pt x="5178586" y="3403600"/>
                  </a:lnTo>
                  <a:lnTo>
                    <a:pt x="5079616" y="3378200"/>
                  </a:lnTo>
                  <a:lnTo>
                    <a:pt x="4981630" y="3327400"/>
                  </a:lnTo>
                  <a:lnTo>
                    <a:pt x="4933027" y="3314700"/>
                  </a:lnTo>
                  <a:lnTo>
                    <a:pt x="4836647" y="3263900"/>
                  </a:lnTo>
                  <a:lnTo>
                    <a:pt x="4788886" y="3251200"/>
                  </a:lnTo>
                  <a:lnTo>
                    <a:pt x="4554725" y="3124200"/>
                  </a:lnTo>
                  <a:lnTo>
                    <a:pt x="4373488" y="3022600"/>
                  </a:lnTo>
                  <a:lnTo>
                    <a:pt x="4241478" y="2946400"/>
                  </a:lnTo>
                  <a:lnTo>
                    <a:pt x="4198268" y="2908300"/>
                  </a:lnTo>
                  <a:lnTo>
                    <a:pt x="4071135" y="2832100"/>
                  </a:lnTo>
                  <a:lnTo>
                    <a:pt x="3988549" y="2781300"/>
                  </a:lnTo>
                  <a:lnTo>
                    <a:pt x="3947933" y="2755900"/>
                  </a:lnTo>
                  <a:lnTo>
                    <a:pt x="3907779" y="2717800"/>
                  </a:lnTo>
                  <a:lnTo>
                    <a:pt x="3828896" y="2667000"/>
                  </a:lnTo>
                  <a:lnTo>
                    <a:pt x="3751968" y="2616200"/>
                  </a:lnTo>
                  <a:lnTo>
                    <a:pt x="3677064" y="2565400"/>
                  </a:lnTo>
                  <a:lnTo>
                    <a:pt x="3640394" y="2540000"/>
                  </a:lnTo>
                  <a:lnTo>
                    <a:pt x="3604255" y="2514600"/>
                  </a:lnTo>
                  <a:lnTo>
                    <a:pt x="3465197" y="2413000"/>
                  </a:lnTo>
                  <a:lnTo>
                    <a:pt x="3431849" y="2387600"/>
                  </a:lnTo>
                  <a:lnTo>
                    <a:pt x="3399086" y="2362200"/>
                  </a:lnTo>
                  <a:lnTo>
                    <a:pt x="3366916" y="2349500"/>
                  </a:lnTo>
                  <a:lnTo>
                    <a:pt x="3335348" y="2324100"/>
                  </a:lnTo>
                  <a:lnTo>
                    <a:pt x="3304390" y="2298700"/>
                  </a:lnTo>
                  <a:lnTo>
                    <a:pt x="3274050" y="2273300"/>
                  </a:lnTo>
                  <a:lnTo>
                    <a:pt x="3244339" y="2260600"/>
                  </a:lnTo>
                  <a:lnTo>
                    <a:pt x="3215264" y="2235200"/>
                  </a:lnTo>
                  <a:lnTo>
                    <a:pt x="3186833" y="2222500"/>
                  </a:lnTo>
                  <a:lnTo>
                    <a:pt x="3159057" y="2197100"/>
                  </a:lnTo>
                  <a:lnTo>
                    <a:pt x="3131943" y="2184400"/>
                  </a:lnTo>
                  <a:lnTo>
                    <a:pt x="3105499" y="2171700"/>
                  </a:lnTo>
                  <a:lnTo>
                    <a:pt x="3079736" y="2146300"/>
                  </a:lnTo>
                  <a:lnTo>
                    <a:pt x="3054661" y="2133600"/>
                  </a:lnTo>
                  <a:lnTo>
                    <a:pt x="3030283" y="2120900"/>
                  </a:lnTo>
                  <a:lnTo>
                    <a:pt x="2972256" y="2095500"/>
                  </a:lnTo>
                  <a:lnTo>
                    <a:pt x="2943049" y="2070100"/>
                  </a:lnTo>
                  <a:lnTo>
                    <a:pt x="2884131" y="2044700"/>
                  </a:lnTo>
                  <a:lnTo>
                    <a:pt x="2854373" y="2019300"/>
                  </a:lnTo>
                  <a:lnTo>
                    <a:pt x="2763631" y="1981200"/>
                  </a:lnTo>
                  <a:lnTo>
                    <a:pt x="2732816" y="1955800"/>
                  </a:lnTo>
                  <a:lnTo>
                    <a:pt x="2670198" y="1930400"/>
                  </a:lnTo>
                  <a:lnTo>
                    <a:pt x="2638348" y="1905000"/>
                  </a:lnTo>
                  <a:lnTo>
                    <a:pt x="2540357" y="1866900"/>
                  </a:lnTo>
                  <a:lnTo>
                    <a:pt x="2506802" y="1841500"/>
                  </a:lnTo>
                  <a:lnTo>
                    <a:pt x="2403143" y="1803400"/>
                  </a:lnTo>
                  <a:lnTo>
                    <a:pt x="2367514" y="1778000"/>
                  </a:lnTo>
                  <a:lnTo>
                    <a:pt x="2257076" y="1739900"/>
                  </a:lnTo>
                  <a:lnTo>
                    <a:pt x="2219003" y="1727200"/>
                  </a:lnTo>
                  <a:lnTo>
                    <a:pt x="2180261" y="1701800"/>
                  </a:lnTo>
                  <a:lnTo>
                    <a:pt x="2059790" y="1663700"/>
                  </a:lnTo>
                  <a:lnTo>
                    <a:pt x="1932466" y="1625600"/>
                  </a:lnTo>
                  <a:lnTo>
                    <a:pt x="1797666" y="1587500"/>
                  </a:lnTo>
                  <a:lnTo>
                    <a:pt x="1654765" y="1549400"/>
                  </a:lnTo>
                  <a:lnTo>
                    <a:pt x="1450550" y="1498600"/>
                  </a:lnTo>
                  <a:lnTo>
                    <a:pt x="1396899" y="1498600"/>
                  </a:lnTo>
                  <a:lnTo>
                    <a:pt x="1229344" y="1460500"/>
                  </a:lnTo>
                  <a:lnTo>
                    <a:pt x="1171214" y="1460500"/>
                  </a:lnTo>
                  <a:lnTo>
                    <a:pt x="1051399" y="1435100"/>
                  </a:lnTo>
                  <a:lnTo>
                    <a:pt x="989667" y="1435100"/>
                  </a:lnTo>
                  <a:lnTo>
                    <a:pt x="926688" y="1422400"/>
                  </a:lnTo>
                  <a:lnTo>
                    <a:pt x="862439" y="1422400"/>
                  </a:lnTo>
                  <a:lnTo>
                    <a:pt x="796897" y="1409700"/>
                  </a:lnTo>
                  <a:lnTo>
                    <a:pt x="661841" y="1409700"/>
                  </a:lnTo>
                  <a:lnTo>
                    <a:pt x="592281" y="1397000"/>
                  </a:lnTo>
                  <a:lnTo>
                    <a:pt x="448981" y="1397000"/>
                  </a:lnTo>
                  <a:lnTo>
                    <a:pt x="375194" y="1384300"/>
                  </a:lnTo>
                  <a:close/>
                </a:path>
                <a:path w="12192000" h="4572000">
                  <a:moveTo>
                    <a:pt x="12192000" y="0"/>
                  </a:moveTo>
                  <a:lnTo>
                    <a:pt x="12130170" y="12700"/>
                  </a:lnTo>
                  <a:lnTo>
                    <a:pt x="11952875" y="12700"/>
                  </a:lnTo>
                  <a:lnTo>
                    <a:pt x="11896349" y="25400"/>
                  </a:lnTo>
                  <a:lnTo>
                    <a:pt x="11786869" y="25400"/>
                  </a:lnTo>
                  <a:lnTo>
                    <a:pt x="11733820" y="38100"/>
                  </a:lnTo>
                  <a:lnTo>
                    <a:pt x="11630866" y="38100"/>
                  </a:lnTo>
                  <a:lnTo>
                    <a:pt x="11580866" y="50800"/>
                  </a:lnTo>
                  <a:lnTo>
                    <a:pt x="11531788" y="50800"/>
                  </a:lnTo>
                  <a:lnTo>
                    <a:pt x="11483582" y="63500"/>
                  </a:lnTo>
                  <a:lnTo>
                    <a:pt x="11436203" y="63500"/>
                  </a:lnTo>
                  <a:lnTo>
                    <a:pt x="11343732" y="88900"/>
                  </a:lnTo>
                  <a:lnTo>
                    <a:pt x="11298544" y="88900"/>
                  </a:lnTo>
                  <a:lnTo>
                    <a:pt x="11166606" y="127000"/>
                  </a:lnTo>
                  <a:lnTo>
                    <a:pt x="11123675" y="127000"/>
                  </a:lnTo>
                  <a:lnTo>
                    <a:pt x="10955929" y="177800"/>
                  </a:lnTo>
                  <a:lnTo>
                    <a:pt x="10914748" y="203200"/>
                  </a:lnTo>
                  <a:lnTo>
                    <a:pt x="10792259" y="241300"/>
                  </a:lnTo>
                  <a:lnTo>
                    <a:pt x="10751621" y="266700"/>
                  </a:lnTo>
                  <a:lnTo>
                    <a:pt x="10711000" y="279400"/>
                  </a:lnTo>
                  <a:lnTo>
                    <a:pt x="10670349" y="304800"/>
                  </a:lnTo>
                  <a:lnTo>
                    <a:pt x="10629618" y="317500"/>
                  </a:lnTo>
                  <a:lnTo>
                    <a:pt x="10464962" y="419100"/>
                  </a:lnTo>
                  <a:lnTo>
                    <a:pt x="10423126" y="431800"/>
                  </a:lnTo>
                  <a:lnTo>
                    <a:pt x="10380926" y="469900"/>
                  </a:lnTo>
                  <a:lnTo>
                    <a:pt x="10251666" y="546100"/>
                  </a:lnTo>
                  <a:lnTo>
                    <a:pt x="10207534" y="584200"/>
                  </a:lnTo>
                  <a:lnTo>
                    <a:pt x="10162800" y="609600"/>
                  </a:lnTo>
                  <a:lnTo>
                    <a:pt x="10117417" y="647700"/>
                  </a:lnTo>
                  <a:lnTo>
                    <a:pt x="10071336" y="673100"/>
                  </a:lnTo>
                  <a:lnTo>
                    <a:pt x="10024510" y="711200"/>
                  </a:lnTo>
                  <a:lnTo>
                    <a:pt x="9976893" y="749300"/>
                  </a:lnTo>
                  <a:lnTo>
                    <a:pt x="9928435" y="787400"/>
                  </a:lnTo>
                  <a:lnTo>
                    <a:pt x="9879089" y="825500"/>
                  </a:lnTo>
                  <a:lnTo>
                    <a:pt x="9852410" y="850900"/>
                  </a:lnTo>
                  <a:lnTo>
                    <a:pt x="9825357" y="863600"/>
                  </a:lnTo>
                  <a:lnTo>
                    <a:pt x="9797936" y="889000"/>
                  </a:lnTo>
                  <a:lnTo>
                    <a:pt x="9770150" y="914400"/>
                  </a:lnTo>
                  <a:lnTo>
                    <a:pt x="9713503" y="965200"/>
                  </a:lnTo>
                  <a:lnTo>
                    <a:pt x="9684650" y="990600"/>
                  </a:lnTo>
                  <a:lnTo>
                    <a:pt x="9655450" y="1016000"/>
                  </a:lnTo>
                  <a:lnTo>
                    <a:pt x="9596024" y="1066800"/>
                  </a:lnTo>
                  <a:lnTo>
                    <a:pt x="9565808" y="1104900"/>
                  </a:lnTo>
                  <a:lnTo>
                    <a:pt x="9504388" y="1155700"/>
                  </a:lnTo>
                  <a:lnTo>
                    <a:pt x="9473194" y="1193800"/>
                  </a:lnTo>
                  <a:lnTo>
                    <a:pt x="9441682" y="1219200"/>
                  </a:lnTo>
                  <a:lnTo>
                    <a:pt x="9409856" y="1257300"/>
                  </a:lnTo>
                  <a:lnTo>
                    <a:pt x="9377722" y="1282700"/>
                  </a:lnTo>
                  <a:lnTo>
                    <a:pt x="9345283" y="1320800"/>
                  </a:lnTo>
                  <a:lnTo>
                    <a:pt x="9312544" y="1346200"/>
                  </a:lnTo>
                  <a:lnTo>
                    <a:pt x="9279508" y="1384300"/>
                  </a:lnTo>
                  <a:lnTo>
                    <a:pt x="9246181" y="1422400"/>
                  </a:lnTo>
                  <a:lnTo>
                    <a:pt x="9212566" y="1447800"/>
                  </a:lnTo>
                  <a:lnTo>
                    <a:pt x="9178667" y="1485900"/>
                  </a:lnTo>
                  <a:lnTo>
                    <a:pt x="9110037" y="1562100"/>
                  </a:lnTo>
                  <a:lnTo>
                    <a:pt x="9005072" y="1663700"/>
                  </a:lnTo>
                  <a:lnTo>
                    <a:pt x="8933800" y="1739900"/>
                  </a:lnTo>
                  <a:lnTo>
                    <a:pt x="8861530" y="1816100"/>
                  </a:lnTo>
                  <a:lnTo>
                    <a:pt x="8751329" y="1930400"/>
                  </a:lnTo>
                  <a:lnTo>
                    <a:pt x="8714133" y="1955800"/>
                  </a:lnTo>
                  <a:lnTo>
                    <a:pt x="8676714" y="1993900"/>
                  </a:lnTo>
                  <a:lnTo>
                    <a:pt x="8563156" y="2108200"/>
                  </a:lnTo>
                  <a:lnTo>
                    <a:pt x="8447738" y="2222500"/>
                  </a:lnTo>
                  <a:lnTo>
                    <a:pt x="8291150" y="2374900"/>
                  </a:lnTo>
                  <a:lnTo>
                    <a:pt x="8131732" y="2527300"/>
                  </a:lnTo>
                  <a:lnTo>
                    <a:pt x="8091466" y="2552700"/>
                  </a:lnTo>
                  <a:lnTo>
                    <a:pt x="7928892" y="2705100"/>
                  </a:lnTo>
                  <a:lnTo>
                    <a:pt x="7887891" y="2730500"/>
                  </a:lnTo>
                  <a:lnTo>
                    <a:pt x="7805490" y="2806700"/>
                  </a:lnTo>
                  <a:lnTo>
                    <a:pt x="7764099" y="2832100"/>
                  </a:lnTo>
                  <a:lnTo>
                    <a:pt x="7722586" y="2870200"/>
                  </a:lnTo>
                  <a:lnTo>
                    <a:pt x="7680956" y="2895600"/>
                  </a:lnTo>
                  <a:lnTo>
                    <a:pt x="7639213" y="2933700"/>
                  </a:lnTo>
                  <a:lnTo>
                    <a:pt x="7597361" y="2959100"/>
                  </a:lnTo>
                  <a:lnTo>
                    <a:pt x="7555404" y="2997200"/>
                  </a:lnTo>
                  <a:lnTo>
                    <a:pt x="7513347" y="3022600"/>
                  </a:lnTo>
                  <a:lnTo>
                    <a:pt x="7471194" y="3060700"/>
                  </a:lnTo>
                  <a:lnTo>
                    <a:pt x="7301707" y="3162300"/>
                  </a:lnTo>
                  <a:lnTo>
                    <a:pt x="7259137" y="3200400"/>
                  </a:lnTo>
                  <a:lnTo>
                    <a:pt x="7173791" y="3251200"/>
                  </a:lnTo>
                  <a:lnTo>
                    <a:pt x="7131023" y="3263900"/>
                  </a:lnTo>
                  <a:lnTo>
                    <a:pt x="7002389" y="3340100"/>
                  </a:lnTo>
                  <a:lnTo>
                    <a:pt x="6959416" y="3352800"/>
                  </a:lnTo>
                  <a:lnTo>
                    <a:pt x="6873351" y="3403600"/>
                  </a:lnTo>
                  <a:lnTo>
                    <a:pt x="6787158" y="3429000"/>
                  </a:lnTo>
                  <a:lnTo>
                    <a:pt x="6744023" y="3454400"/>
                  </a:lnTo>
                  <a:lnTo>
                    <a:pt x="6441778" y="3543300"/>
                  </a:lnTo>
                  <a:lnTo>
                    <a:pt x="6398607" y="3543300"/>
                  </a:lnTo>
                  <a:lnTo>
                    <a:pt x="6355452" y="3556000"/>
                  </a:lnTo>
                  <a:lnTo>
                    <a:pt x="6312315" y="3556000"/>
                  </a:lnTo>
                  <a:lnTo>
                    <a:pt x="6259688" y="3568700"/>
                  </a:lnTo>
                  <a:lnTo>
                    <a:pt x="6102120" y="3568700"/>
                  </a:lnTo>
                  <a:lnTo>
                    <a:pt x="6049730" y="3581400"/>
                  </a:lnTo>
                  <a:lnTo>
                    <a:pt x="12180259" y="35814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C76C3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85998"/>
              <a:ext cx="12192000" cy="4572000"/>
            </a:xfrm>
            <a:custGeom>
              <a:avLst/>
              <a:gdLst/>
              <a:ahLst/>
              <a:cxnLst/>
              <a:rect l="l" t="t" r="r" b="b"/>
              <a:pathLst>
                <a:path w="12192000" h="4572000">
                  <a:moveTo>
                    <a:pt x="0" y="1374299"/>
                  </a:moveTo>
                  <a:lnTo>
                    <a:pt x="65267" y="1374644"/>
                  </a:lnTo>
                  <a:lnTo>
                    <a:pt x="145012" y="1375635"/>
                  </a:lnTo>
                  <a:lnTo>
                    <a:pt x="223233" y="1377175"/>
                  </a:lnTo>
                  <a:lnTo>
                    <a:pt x="299953" y="1379256"/>
                  </a:lnTo>
                  <a:lnTo>
                    <a:pt x="375194" y="1381868"/>
                  </a:lnTo>
                  <a:lnTo>
                    <a:pt x="448981" y="1385000"/>
                  </a:lnTo>
                  <a:lnTo>
                    <a:pt x="521336" y="1388642"/>
                  </a:lnTo>
                  <a:lnTo>
                    <a:pt x="592281" y="1392786"/>
                  </a:lnTo>
                  <a:lnTo>
                    <a:pt x="661842" y="1397420"/>
                  </a:lnTo>
                  <a:lnTo>
                    <a:pt x="730039" y="1402535"/>
                  </a:lnTo>
                  <a:lnTo>
                    <a:pt x="796898" y="1408120"/>
                  </a:lnTo>
                  <a:lnTo>
                    <a:pt x="862440" y="1414167"/>
                  </a:lnTo>
                  <a:lnTo>
                    <a:pt x="926688" y="1420665"/>
                  </a:lnTo>
                  <a:lnTo>
                    <a:pt x="989667" y="1427603"/>
                  </a:lnTo>
                  <a:lnTo>
                    <a:pt x="1051399" y="1434973"/>
                  </a:lnTo>
                  <a:lnTo>
                    <a:pt x="1111907" y="1442764"/>
                  </a:lnTo>
                  <a:lnTo>
                    <a:pt x="1171215" y="1450966"/>
                  </a:lnTo>
                  <a:lnTo>
                    <a:pt x="1229344" y="1459569"/>
                  </a:lnTo>
                  <a:lnTo>
                    <a:pt x="1286320" y="1468564"/>
                  </a:lnTo>
                  <a:lnTo>
                    <a:pt x="1342164" y="1477940"/>
                  </a:lnTo>
                  <a:lnTo>
                    <a:pt x="1396900" y="1487687"/>
                  </a:lnTo>
                  <a:lnTo>
                    <a:pt x="1450551" y="1497796"/>
                  </a:lnTo>
                  <a:lnTo>
                    <a:pt x="1503140" y="1508257"/>
                  </a:lnTo>
                  <a:lnTo>
                    <a:pt x="1554690" y="1519059"/>
                  </a:lnTo>
                  <a:lnTo>
                    <a:pt x="1605224" y="1530193"/>
                  </a:lnTo>
                  <a:lnTo>
                    <a:pt x="1654766" y="1541649"/>
                  </a:lnTo>
                  <a:lnTo>
                    <a:pt x="1703338" y="1553416"/>
                  </a:lnTo>
                  <a:lnTo>
                    <a:pt x="1750964" y="1565485"/>
                  </a:lnTo>
                  <a:lnTo>
                    <a:pt x="1797667" y="1577846"/>
                  </a:lnTo>
                  <a:lnTo>
                    <a:pt x="1843469" y="1590489"/>
                  </a:lnTo>
                  <a:lnTo>
                    <a:pt x="1888395" y="1603405"/>
                  </a:lnTo>
                  <a:lnTo>
                    <a:pt x="1932467" y="1616582"/>
                  </a:lnTo>
                  <a:lnTo>
                    <a:pt x="1975708" y="1630011"/>
                  </a:lnTo>
                  <a:lnTo>
                    <a:pt x="2018141" y="1643683"/>
                  </a:lnTo>
                  <a:lnTo>
                    <a:pt x="2059790" y="1657587"/>
                  </a:lnTo>
                  <a:lnTo>
                    <a:pt x="2100678" y="1671713"/>
                  </a:lnTo>
                  <a:lnTo>
                    <a:pt x="2140827" y="1686052"/>
                  </a:lnTo>
                  <a:lnTo>
                    <a:pt x="2180261" y="1700593"/>
                  </a:lnTo>
                  <a:lnTo>
                    <a:pt x="2219003" y="1715326"/>
                  </a:lnTo>
                  <a:lnTo>
                    <a:pt x="2257076" y="1730242"/>
                  </a:lnTo>
                  <a:lnTo>
                    <a:pt x="2294504" y="1745331"/>
                  </a:lnTo>
                  <a:lnTo>
                    <a:pt x="2331309" y="1760583"/>
                  </a:lnTo>
                  <a:lnTo>
                    <a:pt x="2367514" y="1775987"/>
                  </a:lnTo>
                  <a:lnTo>
                    <a:pt x="2403143" y="1791534"/>
                  </a:lnTo>
                  <a:lnTo>
                    <a:pt x="2438219" y="1807214"/>
                  </a:lnTo>
                  <a:lnTo>
                    <a:pt x="2506802" y="1838932"/>
                  </a:lnTo>
                  <a:lnTo>
                    <a:pt x="2573451" y="1871063"/>
                  </a:lnTo>
                  <a:lnTo>
                    <a:pt x="2638348" y="1903526"/>
                  </a:lnTo>
                  <a:lnTo>
                    <a:pt x="2701680" y="1936242"/>
                  </a:lnTo>
                  <a:lnTo>
                    <a:pt x="2763631" y="1969132"/>
                  </a:lnTo>
                  <a:lnTo>
                    <a:pt x="2824386" y="2002116"/>
                  </a:lnTo>
                  <a:lnTo>
                    <a:pt x="2884130" y="2035115"/>
                  </a:lnTo>
                  <a:lnTo>
                    <a:pt x="2943049" y="2068048"/>
                  </a:lnTo>
                  <a:lnTo>
                    <a:pt x="3001326" y="2100837"/>
                  </a:lnTo>
                  <a:lnTo>
                    <a:pt x="3054661" y="2131142"/>
                  </a:lnTo>
                  <a:lnTo>
                    <a:pt x="3105499" y="2161756"/>
                  </a:lnTo>
                  <a:lnTo>
                    <a:pt x="3159056" y="2195680"/>
                  </a:lnTo>
                  <a:lnTo>
                    <a:pt x="3215263" y="2232669"/>
                  </a:lnTo>
                  <a:lnTo>
                    <a:pt x="3274050" y="2272477"/>
                  </a:lnTo>
                  <a:lnTo>
                    <a:pt x="3335347" y="2314860"/>
                  </a:lnTo>
                  <a:lnTo>
                    <a:pt x="3366916" y="2336940"/>
                  </a:lnTo>
                  <a:lnTo>
                    <a:pt x="3399086" y="2359572"/>
                  </a:lnTo>
                  <a:lnTo>
                    <a:pt x="3431849" y="2382725"/>
                  </a:lnTo>
                  <a:lnTo>
                    <a:pt x="3465196" y="2406369"/>
                  </a:lnTo>
                  <a:lnTo>
                    <a:pt x="3499119" y="2430473"/>
                  </a:lnTo>
                  <a:lnTo>
                    <a:pt x="3533609" y="2455005"/>
                  </a:lnTo>
                  <a:lnTo>
                    <a:pt x="3568657" y="2479936"/>
                  </a:lnTo>
                  <a:lnTo>
                    <a:pt x="3604255" y="2505236"/>
                  </a:lnTo>
                  <a:lnTo>
                    <a:pt x="3640394" y="2530872"/>
                  </a:lnTo>
                  <a:lnTo>
                    <a:pt x="3677064" y="2556815"/>
                  </a:lnTo>
                  <a:lnTo>
                    <a:pt x="3714259" y="2583034"/>
                  </a:lnTo>
                  <a:lnTo>
                    <a:pt x="3751968" y="2609499"/>
                  </a:lnTo>
                  <a:lnTo>
                    <a:pt x="3790183" y="2636178"/>
                  </a:lnTo>
                  <a:lnTo>
                    <a:pt x="3828896" y="2663042"/>
                  </a:lnTo>
                  <a:lnTo>
                    <a:pt x="3868098" y="2690059"/>
                  </a:lnTo>
                  <a:lnTo>
                    <a:pt x="3907779" y="2717198"/>
                  </a:lnTo>
                  <a:lnTo>
                    <a:pt x="3947933" y="2744430"/>
                  </a:lnTo>
                  <a:lnTo>
                    <a:pt x="3988549" y="2771724"/>
                  </a:lnTo>
                  <a:lnTo>
                    <a:pt x="4029619" y="2799049"/>
                  </a:lnTo>
                  <a:lnTo>
                    <a:pt x="4071135" y="2826374"/>
                  </a:lnTo>
                  <a:lnTo>
                    <a:pt x="4113087" y="2853668"/>
                  </a:lnTo>
                  <a:lnTo>
                    <a:pt x="4155468" y="2880902"/>
                  </a:lnTo>
                  <a:lnTo>
                    <a:pt x="4198268" y="2908044"/>
                  </a:lnTo>
                  <a:lnTo>
                    <a:pt x="4241478" y="2935064"/>
                  </a:lnTo>
                  <a:lnTo>
                    <a:pt x="4285091" y="2961931"/>
                  </a:lnTo>
                  <a:lnTo>
                    <a:pt x="4329097" y="2988615"/>
                  </a:lnTo>
                  <a:lnTo>
                    <a:pt x="4373488" y="3015084"/>
                  </a:lnTo>
                  <a:lnTo>
                    <a:pt x="4418255" y="3041309"/>
                  </a:lnTo>
                  <a:lnTo>
                    <a:pt x="4463389" y="3067258"/>
                  </a:lnTo>
                  <a:lnTo>
                    <a:pt x="4508882" y="3092902"/>
                  </a:lnTo>
                  <a:lnTo>
                    <a:pt x="4554725" y="3118208"/>
                  </a:lnTo>
                  <a:lnTo>
                    <a:pt x="4600909" y="3143148"/>
                  </a:lnTo>
                  <a:lnTo>
                    <a:pt x="4647426" y="3167689"/>
                  </a:lnTo>
                  <a:lnTo>
                    <a:pt x="4694267" y="3191802"/>
                  </a:lnTo>
                  <a:lnTo>
                    <a:pt x="4741423" y="3215456"/>
                  </a:lnTo>
                  <a:lnTo>
                    <a:pt x="4788886" y="3238620"/>
                  </a:lnTo>
                  <a:lnTo>
                    <a:pt x="4836647" y="3261264"/>
                  </a:lnTo>
                  <a:lnTo>
                    <a:pt x="4884697" y="3283356"/>
                  </a:lnTo>
                  <a:lnTo>
                    <a:pt x="4933028" y="3304867"/>
                  </a:lnTo>
                  <a:lnTo>
                    <a:pt x="4981630" y="3325765"/>
                  </a:lnTo>
                  <a:lnTo>
                    <a:pt x="5030496" y="3346021"/>
                  </a:lnTo>
                  <a:lnTo>
                    <a:pt x="5079616" y="3365602"/>
                  </a:lnTo>
                  <a:lnTo>
                    <a:pt x="5128982" y="3384480"/>
                  </a:lnTo>
                  <a:lnTo>
                    <a:pt x="5178586" y="3402623"/>
                  </a:lnTo>
                  <a:lnTo>
                    <a:pt x="5228418" y="3420000"/>
                  </a:lnTo>
                  <a:lnTo>
                    <a:pt x="5278470" y="3436581"/>
                  </a:lnTo>
                  <a:lnTo>
                    <a:pt x="5328733" y="3452335"/>
                  </a:lnTo>
                  <a:lnTo>
                    <a:pt x="5379198" y="3467232"/>
                  </a:lnTo>
                  <a:lnTo>
                    <a:pt x="5429858" y="3481240"/>
                  </a:lnTo>
                  <a:lnTo>
                    <a:pt x="5480702" y="3494331"/>
                  </a:lnTo>
                  <a:lnTo>
                    <a:pt x="5531723" y="3506471"/>
                  </a:lnTo>
                  <a:lnTo>
                    <a:pt x="5582912" y="3517632"/>
                  </a:lnTo>
                  <a:lnTo>
                    <a:pt x="5634260" y="3527782"/>
                  </a:lnTo>
                  <a:lnTo>
                    <a:pt x="5685758" y="3536891"/>
                  </a:lnTo>
                  <a:lnTo>
                    <a:pt x="5737398" y="3544928"/>
                  </a:lnTo>
                  <a:lnTo>
                    <a:pt x="5789171" y="3551863"/>
                  </a:lnTo>
                  <a:lnTo>
                    <a:pt x="5841069" y="3557664"/>
                  </a:lnTo>
                  <a:lnTo>
                    <a:pt x="5893082" y="3562302"/>
                  </a:lnTo>
                  <a:lnTo>
                    <a:pt x="5945203" y="3565745"/>
                  </a:lnTo>
                  <a:lnTo>
                    <a:pt x="5997422" y="3567964"/>
                  </a:lnTo>
                  <a:lnTo>
                    <a:pt x="6049730" y="3568926"/>
                  </a:lnTo>
                  <a:lnTo>
                    <a:pt x="6102120" y="3568603"/>
                  </a:lnTo>
                  <a:lnTo>
                    <a:pt x="6154581" y="3566962"/>
                  </a:lnTo>
                  <a:lnTo>
                    <a:pt x="6207107" y="3563974"/>
                  </a:lnTo>
                  <a:lnTo>
                    <a:pt x="6259688" y="3559608"/>
                  </a:lnTo>
                  <a:lnTo>
                    <a:pt x="6312315" y="3553833"/>
                  </a:lnTo>
                  <a:lnTo>
                    <a:pt x="6355451" y="3547927"/>
                  </a:lnTo>
                  <a:lnTo>
                    <a:pt x="6398607" y="3540855"/>
                  </a:lnTo>
                  <a:lnTo>
                    <a:pt x="6441778" y="3532641"/>
                  </a:lnTo>
                  <a:lnTo>
                    <a:pt x="6484958" y="3523304"/>
                  </a:lnTo>
                  <a:lnTo>
                    <a:pt x="6528145" y="3512868"/>
                  </a:lnTo>
                  <a:lnTo>
                    <a:pt x="6571334" y="3501353"/>
                  </a:lnTo>
                  <a:lnTo>
                    <a:pt x="6614521" y="3488781"/>
                  </a:lnTo>
                  <a:lnTo>
                    <a:pt x="6657701" y="3475175"/>
                  </a:lnTo>
                  <a:lnTo>
                    <a:pt x="6700870" y="3460555"/>
                  </a:lnTo>
                  <a:lnTo>
                    <a:pt x="6744023" y="3444944"/>
                  </a:lnTo>
                  <a:lnTo>
                    <a:pt x="6787158" y="3428363"/>
                  </a:lnTo>
                  <a:lnTo>
                    <a:pt x="6830268" y="3410835"/>
                  </a:lnTo>
                  <a:lnTo>
                    <a:pt x="6873351" y="3392380"/>
                  </a:lnTo>
                  <a:lnTo>
                    <a:pt x="6916402" y="3373020"/>
                  </a:lnTo>
                  <a:lnTo>
                    <a:pt x="6959416" y="3352778"/>
                  </a:lnTo>
                  <a:lnTo>
                    <a:pt x="7002390" y="3331675"/>
                  </a:lnTo>
                  <a:lnTo>
                    <a:pt x="7045318" y="3309732"/>
                  </a:lnTo>
                  <a:lnTo>
                    <a:pt x="7088198" y="3286972"/>
                  </a:lnTo>
                  <a:lnTo>
                    <a:pt x="7131023" y="3263416"/>
                  </a:lnTo>
                  <a:lnTo>
                    <a:pt x="7173792" y="3239086"/>
                  </a:lnTo>
                  <a:lnTo>
                    <a:pt x="7216498" y="3214003"/>
                  </a:lnTo>
                  <a:lnTo>
                    <a:pt x="7259138" y="3188190"/>
                  </a:lnTo>
                  <a:lnTo>
                    <a:pt x="7301707" y="3161667"/>
                  </a:lnTo>
                  <a:lnTo>
                    <a:pt x="7344202" y="3134458"/>
                  </a:lnTo>
                  <a:lnTo>
                    <a:pt x="7386617" y="3106583"/>
                  </a:lnTo>
                  <a:lnTo>
                    <a:pt x="7428950" y="3078064"/>
                  </a:lnTo>
                  <a:lnTo>
                    <a:pt x="7471195" y="3048923"/>
                  </a:lnTo>
                  <a:lnTo>
                    <a:pt x="7513348" y="3019182"/>
                  </a:lnTo>
                  <a:lnTo>
                    <a:pt x="7555405" y="2988862"/>
                  </a:lnTo>
                  <a:lnTo>
                    <a:pt x="7597361" y="2957986"/>
                  </a:lnTo>
                  <a:lnTo>
                    <a:pt x="7639213" y="2926574"/>
                  </a:lnTo>
                  <a:lnTo>
                    <a:pt x="7680957" y="2894649"/>
                  </a:lnTo>
                  <a:lnTo>
                    <a:pt x="7722587" y="2862232"/>
                  </a:lnTo>
                  <a:lnTo>
                    <a:pt x="7764100" y="2829345"/>
                  </a:lnTo>
                  <a:lnTo>
                    <a:pt x="7805491" y="2796010"/>
                  </a:lnTo>
                  <a:lnTo>
                    <a:pt x="7846756" y="2762249"/>
                  </a:lnTo>
                  <a:lnTo>
                    <a:pt x="7887892" y="2728083"/>
                  </a:lnTo>
                  <a:lnTo>
                    <a:pt x="7928892" y="2693534"/>
                  </a:lnTo>
                  <a:lnTo>
                    <a:pt x="7969755" y="2658623"/>
                  </a:lnTo>
                  <a:lnTo>
                    <a:pt x="8010474" y="2623373"/>
                  </a:lnTo>
                  <a:lnTo>
                    <a:pt x="8051046" y="2587805"/>
                  </a:lnTo>
                  <a:lnTo>
                    <a:pt x="8091467" y="2551941"/>
                  </a:lnTo>
                  <a:lnTo>
                    <a:pt x="8131732" y="2515802"/>
                  </a:lnTo>
                  <a:lnTo>
                    <a:pt x="8171837" y="2479411"/>
                  </a:lnTo>
                  <a:lnTo>
                    <a:pt x="8211779" y="2442789"/>
                  </a:lnTo>
                  <a:lnTo>
                    <a:pt x="8251551" y="2405957"/>
                  </a:lnTo>
                  <a:lnTo>
                    <a:pt x="8291151" y="2368939"/>
                  </a:lnTo>
                  <a:lnTo>
                    <a:pt x="8330574" y="2331754"/>
                  </a:lnTo>
                  <a:lnTo>
                    <a:pt x="8369816" y="2294425"/>
                  </a:lnTo>
                  <a:lnTo>
                    <a:pt x="8408872" y="2256975"/>
                  </a:lnTo>
                  <a:lnTo>
                    <a:pt x="8447738" y="2219423"/>
                  </a:lnTo>
                  <a:lnTo>
                    <a:pt x="8486411" y="2181793"/>
                  </a:lnTo>
                  <a:lnTo>
                    <a:pt x="8524885" y="2144105"/>
                  </a:lnTo>
                  <a:lnTo>
                    <a:pt x="8563157" y="2106383"/>
                  </a:lnTo>
                  <a:lnTo>
                    <a:pt x="8601222" y="2068646"/>
                  </a:lnTo>
                  <a:lnTo>
                    <a:pt x="8639076" y="2030918"/>
                  </a:lnTo>
                  <a:lnTo>
                    <a:pt x="8676715" y="1993219"/>
                  </a:lnTo>
                  <a:lnTo>
                    <a:pt x="8714134" y="1955572"/>
                  </a:lnTo>
                  <a:lnTo>
                    <a:pt x="8751329" y="1917998"/>
                  </a:lnTo>
                  <a:lnTo>
                    <a:pt x="8788297" y="1880520"/>
                  </a:lnTo>
                  <a:lnTo>
                    <a:pt x="8825032" y="1843157"/>
                  </a:lnTo>
                  <a:lnTo>
                    <a:pt x="8861530" y="1805934"/>
                  </a:lnTo>
                  <a:lnTo>
                    <a:pt x="8897788" y="1768870"/>
                  </a:lnTo>
                  <a:lnTo>
                    <a:pt x="8933800" y="1731989"/>
                  </a:lnTo>
                  <a:lnTo>
                    <a:pt x="8969563" y="1695311"/>
                  </a:lnTo>
                  <a:lnTo>
                    <a:pt x="9005073" y="1658858"/>
                  </a:lnTo>
                  <a:lnTo>
                    <a:pt x="9040325" y="1622653"/>
                  </a:lnTo>
                  <a:lnTo>
                    <a:pt x="9075314" y="1586716"/>
                  </a:lnTo>
                  <a:lnTo>
                    <a:pt x="9110037" y="1551070"/>
                  </a:lnTo>
                  <a:lnTo>
                    <a:pt x="9144490" y="1515736"/>
                  </a:lnTo>
                  <a:lnTo>
                    <a:pt x="9178668" y="1480736"/>
                  </a:lnTo>
                  <a:lnTo>
                    <a:pt x="9212566" y="1446092"/>
                  </a:lnTo>
                  <a:lnTo>
                    <a:pt x="9246181" y="1411825"/>
                  </a:lnTo>
                  <a:lnTo>
                    <a:pt x="9279509" y="1377957"/>
                  </a:lnTo>
                  <a:lnTo>
                    <a:pt x="9312544" y="1344511"/>
                  </a:lnTo>
                  <a:lnTo>
                    <a:pt x="9345284" y="1311507"/>
                  </a:lnTo>
                  <a:lnTo>
                    <a:pt x="9377723" y="1278967"/>
                  </a:lnTo>
                  <a:lnTo>
                    <a:pt x="9409857" y="1246914"/>
                  </a:lnTo>
                  <a:lnTo>
                    <a:pt x="9441682" y="1215368"/>
                  </a:lnTo>
                  <a:lnTo>
                    <a:pt x="9473194" y="1184352"/>
                  </a:lnTo>
                  <a:lnTo>
                    <a:pt x="9504389" y="1153887"/>
                  </a:lnTo>
                  <a:lnTo>
                    <a:pt x="9535261" y="1123995"/>
                  </a:lnTo>
                  <a:lnTo>
                    <a:pt x="9565808" y="1094698"/>
                  </a:lnTo>
                  <a:lnTo>
                    <a:pt x="9596025" y="1066017"/>
                  </a:lnTo>
                  <a:lnTo>
                    <a:pt x="9625907" y="1037974"/>
                  </a:lnTo>
                  <a:lnTo>
                    <a:pt x="9655450" y="1010592"/>
                  </a:lnTo>
                  <a:lnTo>
                    <a:pt x="9684650" y="983891"/>
                  </a:lnTo>
                  <a:lnTo>
                    <a:pt x="9713503" y="957893"/>
                  </a:lnTo>
                  <a:lnTo>
                    <a:pt x="9770150" y="908095"/>
                  </a:lnTo>
                  <a:lnTo>
                    <a:pt x="9825357" y="861371"/>
                  </a:lnTo>
                  <a:lnTo>
                    <a:pt x="9879090" y="817896"/>
                  </a:lnTo>
                  <a:lnTo>
                    <a:pt x="9928435" y="779240"/>
                  </a:lnTo>
                  <a:lnTo>
                    <a:pt x="9976893" y="741830"/>
                  </a:lnTo>
                  <a:lnTo>
                    <a:pt x="10024511" y="705646"/>
                  </a:lnTo>
                  <a:lnTo>
                    <a:pt x="10071336" y="670666"/>
                  </a:lnTo>
                  <a:lnTo>
                    <a:pt x="10117417" y="636869"/>
                  </a:lnTo>
                  <a:lnTo>
                    <a:pt x="10162801" y="604235"/>
                  </a:lnTo>
                  <a:lnTo>
                    <a:pt x="10207534" y="572742"/>
                  </a:lnTo>
                  <a:lnTo>
                    <a:pt x="10251666" y="542369"/>
                  </a:lnTo>
                  <a:lnTo>
                    <a:pt x="10295244" y="513096"/>
                  </a:lnTo>
                  <a:lnTo>
                    <a:pt x="10338315" y="484901"/>
                  </a:lnTo>
                  <a:lnTo>
                    <a:pt x="10380927" y="457763"/>
                  </a:lnTo>
                  <a:lnTo>
                    <a:pt x="10423127" y="431661"/>
                  </a:lnTo>
                  <a:lnTo>
                    <a:pt x="10464963" y="406575"/>
                  </a:lnTo>
                  <a:lnTo>
                    <a:pt x="10506482" y="382482"/>
                  </a:lnTo>
                  <a:lnTo>
                    <a:pt x="10547733" y="359363"/>
                  </a:lnTo>
                  <a:lnTo>
                    <a:pt x="10588763" y="337196"/>
                  </a:lnTo>
                  <a:lnTo>
                    <a:pt x="10629619" y="315960"/>
                  </a:lnTo>
                  <a:lnTo>
                    <a:pt x="10670349" y="295635"/>
                  </a:lnTo>
                  <a:lnTo>
                    <a:pt x="10711001" y="276198"/>
                  </a:lnTo>
                  <a:lnTo>
                    <a:pt x="10751621" y="257630"/>
                  </a:lnTo>
                  <a:lnTo>
                    <a:pt x="10792259" y="239908"/>
                  </a:lnTo>
                  <a:lnTo>
                    <a:pt x="10832961" y="223013"/>
                  </a:lnTo>
                  <a:lnTo>
                    <a:pt x="10873775" y="206922"/>
                  </a:lnTo>
                  <a:lnTo>
                    <a:pt x="10914748" y="191616"/>
                  </a:lnTo>
                  <a:lnTo>
                    <a:pt x="10955929" y="177073"/>
                  </a:lnTo>
                  <a:lnTo>
                    <a:pt x="10997365" y="163272"/>
                  </a:lnTo>
                  <a:lnTo>
                    <a:pt x="11039102" y="150191"/>
                  </a:lnTo>
                  <a:lnTo>
                    <a:pt x="11081190" y="137811"/>
                  </a:lnTo>
                  <a:lnTo>
                    <a:pt x="11123676" y="126110"/>
                  </a:lnTo>
                  <a:lnTo>
                    <a:pt x="11166606" y="115066"/>
                  </a:lnTo>
                  <a:lnTo>
                    <a:pt x="11210029" y="104660"/>
                  </a:lnTo>
                  <a:lnTo>
                    <a:pt x="11253993" y="94869"/>
                  </a:lnTo>
                  <a:lnTo>
                    <a:pt x="11298545" y="85673"/>
                  </a:lnTo>
                  <a:lnTo>
                    <a:pt x="11343732" y="77051"/>
                  </a:lnTo>
                  <a:lnTo>
                    <a:pt x="11389602" y="68982"/>
                  </a:lnTo>
                  <a:lnTo>
                    <a:pt x="11436203" y="61445"/>
                  </a:lnTo>
                  <a:lnTo>
                    <a:pt x="11483582" y="54419"/>
                  </a:lnTo>
                  <a:lnTo>
                    <a:pt x="11531788" y="47882"/>
                  </a:lnTo>
                  <a:lnTo>
                    <a:pt x="11580867" y="41815"/>
                  </a:lnTo>
                  <a:lnTo>
                    <a:pt x="11630867" y="36195"/>
                  </a:lnTo>
                  <a:lnTo>
                    <a:pt x="11681835" y="31002"/>
                  </a:lnTo>
                  <a:lnTo>
                    <a:pt x="11733820" y="26214"/>
                  </a:lnTo>
                  <a:lnTo>
                    <a:pt x="11786869" y="21811"/>
                  </a:lnTo>
                  <a:lnTo>
                    <a:pt x="11841030" y="17772"/>
                  </a:lnTo>
                  <a:lnTo>
                    <a:pt x="11896349" y="14076"/>
                  </a:lnTo>
                  <a:lnTo>
                    <a:pt x="11952875" y="10701"/>
                  </a:lnTo>
                  <a:lnTo>
                    <a:pt x="12010656" y="7627"/>
                  </a:lnTo>
                  <a:lnTo>
                    <a:pt x="12069739" y="4833"/>
                  </a:lnTo>
                  <a:lnTo>
                    <a:pt x="12130171" y="2298"/>
                  </a:lnTo>
                  <a:lnTo>
                    <a:pt x="12192000" y="0"/>
                  </a:lnTo>
                </a:path>
                <a:path w="12192000" h="4572000">
                  <a:moveTo>
                    <a:pt x="12192000" y="1"/>
                  </a:moveTo>
                  <a:lnTo>
                    <a:pt x="12177013" y="4572001"/>
                  </a:lnTo>
                  <a:lnTo>
                    <a:pt x="0" y="4572001"/>
                  </a:lnTo>
                </a:path>
              </a:pathLst>
            </a:custGeom>
            <a:ln w="12700">
              <a:solidFill>
                <a:srgbClr val="0B6C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3" y="2418528"/>
              <a:ext cx="12179300" cy="3476625"/>
            </a:xfrm>
            <a:custGeom>
              <a:avLst/>
              <a:gdLst/>
              <a:ahLst/>
              <a:cxnLst/>
              <a:rect l="l" t="t" r="r" b="b"/>
              <a:pathLst>
                <a:path w="12179300" h="3476625">
                  <a:moveTo>
                    <a:pt x="0" y="1028475"/>
                  </a:moveTo>
                  <a:lnTo>
                    <a:pt x="46550" y="1025645"/>
                  </a:lnTo>
                  <a:lnTo>
                    <a:pt x="93034" y="1023356"/>
                  </a:lnTo>
                  <a:lnTo>
                    <a:pt x="139459" y="1021607"/>
                  </a:lnTo>
                  <a:lnTo>
                    <a:pt x="185831" y="1020394"/>
                  </a:lnTo>
                  <a:lnTo>
                    <a:pt x="232156" y="1019717"/>
                  </a:lnTo>
                  <a:lnTo>
                    <a:pt x="278439" y="1019571"/>
                  </a:lnTo>
                  <a:lnTo>
                    <a:pt x="324688" y="1019955"/>
                  </a:lnTo>
                  <a:lnTo>
                    <a:pt x="370908" y="1020867"/>
                  </a:lnTo>
                  <a:lnTo>
                    <a:pt x="417106" y="1022303"/>
                  </a:lnTo>
                  <a:lnTo>
                    <a:pt x="463287" y="1024261"/>
                  </a:lnTo>
                  <a:lnTo>
                    <a:pt x="509458" y="1026739"/>
                  </a:lnTo>
                  <a:lnTo>
                    <a:pt x="555625" y="1029735"/>
                  </a:lnTo>
                  <a:lnTo>
                    <a:pt x="601795" y="1033246"/>
                  </a:lnTo>
                  <a:lnTo>
                    <a:pt x="647972" y="1037269"/>
                  </a:lnTo>
                  <a:lnTo>
                    <a:pt x="694164" y="1041803"/>
                  </a:lnTo>
                  <a:lnTo>
                    <a:pt x="740376" y="1046844"/>
                  </a:lnTo>
                  <a:lnTo>
                    <a:pt x="786615" y="1052391"/>
                  </a:lnTo>
                  <a:lnTo>
                    <a:pt x="832887" y="1058440"/>
                  </a:lnTo>
                  <a:lnTo>
                    <a:pt x="879198" y="1064990"/>
                  </a:lnTo>
                  <a:lnTo>
                    <a:pt x="925553" y="1072037"/>
                  </a:lnTo>
                  <a:lnTo>
                    <a:pt x="971961" y="1079581"/>
                  </a:lnTo>
                  <a:lnTo>
                    <a:pt x="1018425" y="1087617"/>
                  </a:lnTo>
                  <a:lnTo>
                    <a:pt x="1064954" y="1096143"/>
                  </a:lnTo>
                  <a:lnTo>
                    <a:pt x="1111552" y="1105158"/>
                  </a:lnTo>
                  <a:lnTo>
                    <a:pt x="1158226" y="1114659"/>
                  </a:lnTo>
                  <a:lnTo>
                    <a:pt x="1204982" y="1124643"/>
                  </a:lnTo>
                  <a:lnTo>
                    <a:pt x="1251826" y="1135108"/>
                  </a:lnTo>
                  <a:lnTo>
                    <a:pt x="1298764" y="1146051"/>
                  </a:lnTo>
                  <a:lnTo>
                    <a:pt x="1345803" y="1157470"/>
                  </a:lnTo>
                  <a:lnTo>
                    <a:pt x="1392949" y="1169363"/>
                  </a:lnTo>
                  <a:lnTo>
                    <a:pt x="1440207" y="1181727"/>
                  </a:lnTo>
                  <a:lnTo>
                    <a:pt x="1487585" y="1194559"/>
                  </a:lnTo>
                  <a:lnTo>
                    <a:pt x="1535087" y="1207858"/>
                  </a:lnTo>
                  <a:lnTo>
                    <a:pt x="1582721" y="1221620"/>
                  </a:lnTo>
                  <a:lnTo>
                    <a:pt x="1630492" y="1235844"/>
                  </a:lnTo>
                  <a:lnTo>
                    <a:pt x="1678407" y="1250526"/>
                  </a:lnTo>
                  <a:lnTo>
                    <a:pt x="1726471" y="1265665"/>
                  </a:lnTo>
                  <a:lnTo>
                    <a:pt x="1774692" y="1281258"/>
                  </a:lnTo>
                  <a:lnTo>
                    <a:pt x="1823074" y="1297303"/>
                  </a:lnTo>
                  <a:lnTo>
                    <a:pt x="1871624" y="1313797"/>
                  </a:lnTo>
                  <a:lnTo>
                    <a:pt x="1920349" y="1330737"/>
                  </a:lnTo>
                  <a:lnTo>
                    <a:pt x="1969254" y="1348121"/>
                  </a:lnTo>
                  <a:lnTo>
                    <a:pt x="2018346" y="1365948"/>
                  </a:lnTo>
                  <a:lnTo>
                    <a:pt x="2067631" y="1384213"/>
                  </a:lnTo>
                  <a:lnTo>
                    <a:pt x="2117114" y="1402916"/>
                  </a:lnTo>
                  <a:lnTo>
                    <a:pt x="2166803" y="1422053"/>
                  </a:lnTo>
                  <a:lnTo>
                    <a:pt x="2216703" y="1441622"/>
                  </a:lnTo>
                  <a:lnTo>
                    <a:pt x="2266820" y="1461621"/>
                  </a:lnTo>
                  <a:lnTo>
                    <a:pt x="2317161" y="1482047"/>
                  </a:lnTo>
                  <a:lnTo>
                    <a:pt x="2367731" y="1502897"/>
                  </a:lnTo>
                  <a:lnTo>
                    <a:pt x="2418537" y="1524170"/>
                  </a:lnTo>
                  <a:lnTo>
                    <a:pt x="2469586" y="1545862"/>
                  </a:lnTo>
                  <a:lnTo>
                    <a:pt x="2520882" y="1567972"/>
                  </a:lnTo>
                  <a:lnTo>
                    <a:pt x="2572432" y="1590497"/>
                  </a:lnTo>
                  <a:lnTo>
                    <a:pt x="2624243" y="1613435"/>
                  </a:lnTo>
                  <a:lnTo>
                    <a:pt x="2676321" y="1636782"/>
                  </a:lnTo>
                  <a:lnTo>
                    <a:pt x="2728671" y="1660537"/>
                  </a:lnTo>
                  <a:lnTo>
                    <a:pt x="2781301" y="1684697"/>
                  </a:lnTo>
                  <a:lnTo>
                    <a:pt x="2819204" y="1702557"/>
                  </a:lnTo>
                  <a:lnTo>
                    <a:pt x="2857339" y="1721228"/>
                  </a:lnTo>
                  <a:lnTo>
                    <a:pt x="2895701" y="1740685"/>
                  </a:lnTo>
                  <a:lnTo>
                    <a:pt x="2934285" y="1760900"/>
                  </a:lnTo>
                  <a:lnTo>
                    <a:pt x="2973086" y="1781846"/>
                  </a:lnTo>
                  <a:lnTo>
                    <a:pt x="3012099" y="1803497"/>
                  </a:lnTo>
                  <a:lnTo>
                    <a:pt x="3051321" y="1825827"/>
                  </a:lnTo>
                  <a:lnTo>
                    <a:pt x="3090745" y="1848807"/>
                  </a:lnTo>
                  <a:lnTo>
                    <a:pt x="3130368" y="1872411"/>
                  </a:lnTo>
                  <a:lnTo>
                    <a:pt x="3170184" y="1896613"/>
                  </a:lnTo>
                  <a:lnTo>
                    <a:pt x="3210189" y="1921386"/>
                  </a:lnTo>
                  <a:lnTo>
                    <a:pt x="3250378" y="1946702"/>
                  </a:lnTo>
                  <a:lnTo>
                    <a:pt x="3290746" y="1972535"/>
                  </a:lnTo>
                  <a:lnTo>
                    <a:pt x="3331289" y="1998859"/>
                  </a:lnTo>
                  <a:lnTo>
                    <a:pt x="3372002" y="2025645"/>
                  </a:lnTo>
                  <a:lnTo>
                    <a:pt x="3412881" y="2052869"/>
                  </a:lnTo>
                  <a:lnTo>
                    <a:pt x="3453919" y="2080501"/>
                  </a:lnTo>
                  <a:lnTo>
                    <a:pt x="3495114" y="2108517"/>
                  </a:lnTo>
                  <a:lnTo>
                    <a:pt x="3536459" y="2136888"/>
                  </a:lnTo>
                  <a:lnTo>
                    <a:pt x="3577951" y="2165589"/>
                  </a:lnTo>
                  <a:lnTo>
                    <a:pt x="3619584" y="2194592"/>
                  </a:lnTo>
                  <a:lnTo>
                    <a:pt x="3661354" y="2223871"/>
                  </a:lnTo>
                  <a:lnTo>
                    <a:pt x="3703256" y="2253398"/>
                  </a:lnTo>
                  <a:lnTo>
                    <a:pt x="3745285" y="2283147"/>
                  </a:lnTo>
                  <a:lnTo>
                    <a:pt x="3787437" y="2313091"/>
                  </a:lnTo>
                  <a:lnTo>
                    <a:pt x="3829707" y="2343203"/>
                  </a:lnTo>
                  <a:lnTo>
                    <a:pt x="3872090" y="2373457"/>
                  </a:lnTo>
                  <a:lnTo>
                    <a:pt x="3914581" y="2403825"/>
                  </a:lnTo>
                  <a:lnTo>
                    <a:pt x="3957176" y="2434281"/>
                  </a:lnTo>
                  <a:lnTo>
                    <a:pt x="3999870" y="2464797"/>
                  </a:lnTo>
                  <a:lnTo>
                    <a:pt x="4042658" y="2495348"/>
                  </a:lnTo>
                  <a:lnTo>
                    <a:pt x="4085535" y="2525906"/>
                  </a:lnTo>
                  <a:lnTo>
                    <a:pt x="4128498" y="2556445"/>
                  </a:lnTo>
                  <a:lnTo>
                    <a:pt x="4171540" y="2586937"/>
                  </a:lnTo>
                  <a:lnTo>
                    <a:pt x="4214658" y="2617355"/>
                  </a:lnTo>
                  <a:lnTo>
                    <a:pt x="4257846" y="2647674"/>
                  </a:lnTo>
                  <a:lnTo>
                    <a:pt x="4301100" y="2677866"/>
                  </a:lnTo>
                  <a:lnTo>
                    <a:pt x="4344415" y="2707904"/>
                  </a:lnTo>
                  <a:lnTo>
                    <a:pt x="4387786" y="2737761"/>
                  </a:lnTo>
                  <a:lnTo>
                    <a:pt x="4431209" y="2767411"/>
                  </a:lnTo>
                  <a:lnTo>
                    <a:pt x="4474679" y="2796827"/>
                  </a:lnTo>
                  <a:lnTo>
                    <a:pt x="4518191" y="2825982"/>
                  </a:lnTo>
                  <a:lnTo>
                    <a:pt x="4561740" y="2854849"/>
                  </a:lnTo>
                  <a:lnTo>
                    <a:pt x="4605323" y="2883401"/>
                  </a:lnTo>
                  <a:lnTo>
                    <a:pt x="4648933" y="2911612"/>
                  </a:lnTo>
                  <a:lnTo>
                    <a:pt x="4692566" y="2939454"/>
                  </a:lnTo>
                  <a:lnTo>
                    <a:pt x="4736218" y="2966902"/>
                  </a:lnTo>
                  <a:lnTo>
                    <a:pt x="4779884" y="2993927"/>
                  </a:lnTo>
                  <a:lnTo>
                    <a:pt x="4823558" y="3020503"/>
                  </a:lnTo>
                  <a:lnTo>
                    <a:pt x="4867237" y="3046604"/>
                  </a:lnTo>
                  <a:lnTo>
                    <a:pt x="4910916" y="3072202"/>
                  </a:lnTo>
                  <a:lnTo>
                    <a:pt x="4954589" y="3097271"/>
                  </a:lnTo>
                  <a:lnTo>
                    <a:pt x="4998252" y="3121784"/>
                  </a:lnTo>
                  <a:lnTo>
                    <a:pt x="5041901" y="3145714"/>
                  </a:lnTo>
                  <a:lnTo>
                    <a:pt x="5085531" y="3169034"/>
                  </a:lnTo>
                  <a:lnTo>
                    <a:pt x="5129136" y="3191717"/>
                  </a:lnTo>
                  <a:lnTo>
                    <a:pt x="5172713" y="3213737"/>
                  </a:lnTo>
                  <a:lnTo>
                    <a:pt x="5216256" y="3235067"/>
                  </a:lnTo>
                  <a:lnTo>
                    <a:pt x="5259760" y="3255679"/>
                  </a:lnTo>
                  <a:lnTo>
                    <a:pt x="5303222" y="3275548"/>
                  </a:lnTo>
                  <a:lnTo>
                    <a:pt x="5346636" y="3294646"/>
                  </a:lnTo>
                  <a:lnTo>
                    <a:pt x="5389998" y="3312946"/>
                  </a:lnTo>
                  <a:lnTo>
                    <a:pt x="5433302" y="3330422"/>
                  </a:lnTo>
                  <a:lnTo>
                    <a:pt x="5476544" y="3347047"/>
                  </a:lnTo>
                  <a:lnTo>
                    <a:pt x="5519720" y="3362794"/>
                  </a:lnTo>
                  <a:lnTo>
                    <a:pt x="5562824" y="3377636"/>
                  </a:lnTo>
                  <a:lnTo>
                    <a:pt x="5605852" y="3391546"/>
                  </a:lnTo>
                  <a:lnTo>
                    <a:pt x="5648799" y="3404497"/>
                  </a:lnTo>
                  <a:lnTo>
                    <a:pt x="5691661" y="3416463"/>
                  </a:lnTo>
                  <a:lnTo>
                    <a:pt x="5734432" y="3427417"/>
                  </a:lnTo>
                  <a:lnTo>
                    <a:pt x="5777109" y="3437332"/>
                  </a:lnTo>
                  <a:lnTo>
                    <a:pt x="5819685" y="3446181"/>
                  </a:lnTo>
                  <a:lnTo>
                    <a:pt x="5862157" y="3453938"/>
                  </a:lnTo>
                  <a:lnTo>
                    <a:pt x="5904520" y="3460574"/>
                  </a:lnTo>
                  <a:lnTo>
                    <a:pt x="5946768" y="3466065"/>
                  </a:lnTo>
                  <a:lnTo>
                    <a:pt x="5988898" y="3470382"/>
                  </a:lnTo>
                  <a:lnTo>
                    <a:pt x="6030905" y="3473500"/>
                  </a:lnTo>
                  <a:lnTo>
                    <a:pt x="6072783" y="3475390"/>
                  </a:lnTo>
                  <a:lnTo>
                    <a:pt x="6114528" y="3476027"/>
                  </a:lnTo>
                  <a:lnTo>
                    <a:pt x="6156136" y="3475384"/>
                  </a:lnTo>
                  <a:lnTo>
                    <a:pt x="6197602" y="3473433"/>
                  </a:lnTo>
                  <a:lnTo>
                    <a:pt x="6238475" y="3470470"/>
                  </a:lnTo>
                  <a:lnTo>
                    <a:pt x="6279321" y="3466748"/>
                  </a:lnTo>
                  <a:lnTo>
                    <a:pt x="6320139" y="3462274"/>
                  </a:lnTo>
                  <a:lnTo>
                    <a:pt x="6360930" y="3457053"/>
                  </a:lnTo>
                  <a:lnTo>
                    <a:pt x="6401694" y="3451092"/>
                  </a:lnTo>
                  <a:lnTo>
                    <a:pt x="6442431" y="3444398"/>
                  </a:lnTo>
                  <a:lnTo>
                    <a:pt x="6483142" y="3436975"/>
                  </a:lnTo>
                  <a:lnTo>
                    <a:pt x="6523827" y="3428831"/>
                  </a:lnTo>
                  <a:lnTo>
                    <a:pt x="6564487" y="3419972"/>
                  </a:lnTo>
                  <a:lnTo>
                    <a:pt x="6605121" y="3410404"/>
                  </a:lnTo>
                  <a:lnTo>
                    <a:pt x="6645730" y="3400133"/>
                  </a:lnTo>
                  <a:lnTo>
                    <a:pt x="6686315" y="3389165"/>
                  </a:lnTo>
                  <a:lnTo>
                    <a:pt x="6726876" y="3377507"/>
                  </a:lnTo>
                  <a:lnTo>
                    <a:pt x="6767413" y="3365165"/>
                  </a:lnTo>
                  <a:lnTo>
                    <a:pt x="6807926" y="3352145"/>
                  </a:lnTo>
                  <a:lnTo>
                    <a:pt x="6848416" y="3338453"/>
                  </a:lnTo>
                  <a:lnTo>
                    <a:pt x="6888884" y="3324096"/>
                  </a:lnTo>
                  <a:lnTo>
                    <a:pt x="6929329" y="3309079"/>
                  </a:lnTo>
                  <a:lnTo>
                    <a:pt x="6969752" y="3293410"/>
                  </a:lnTo>
                  <a:lnTo>
                    <a:pt x="7010153" y="3277093"/>
                  </a:lnTo>
                  <a:lnTo>
                    <a:pt x="7050532" y="3260136"/>
                  </a:lnTo>
                  <a:lnTo>
                    <a:pt x="7090891" y="3242544"/>
                  </a:lnTo>
                  <a:lnTo>
                    <a:pt x="7131229" y="3224325"/>
                  </a:lnTo>
                  <a:lnTo>
                    <a:pt x="7171546" y="3205483"/>
                  </a:lnTo>
                  <a:lnTo>
                    <a:pt x="7211844" y="3186026"/>
                  </a:lnTo>
                  <a:lnTo>
                    <a:pt x="7252121" y="3165959"/>
                  </a:lnTo>
                  <a:lnTo>
                    <a:pt x="7292380" y="3145289"/>
                  </a:lnTo>
                  <a:lnTo>
                    <a:pt x="7332619" y="3124021"/>
                  </a:lnTo>
                  <a:lnTo>
                    <a:pt x="7372840" y="3102163"/>
                  </a:lnTo>
                  <a:lnTo>
                    <a:pt x="7413042" y="3079720"/>
                  </a:lnTo>
                  <a:lnTo>
                    <a:pt x="7453227" y="3056699"/>
                  </a:lnTo>
                  <a:lnTo>
                    <a:pt x="7493393" y="3033106"/>
                  </a:lnTo>
                  <a:lnTo>
                    <a:pt x="7533543" y="3008946"/>
                  </a:lnTo>
                  <a:lnTo>
                    <a:pt x="7573676" y="2984227"/>
                  </a:lnTo>
                  <a:lnTo>
                    <a:pt x="7613792" y="2958954"/>
                  </a:lnTo>
                  <a:lnTo>
                    <a:pt x="7653891" y="2933134"/>
                  </a:lnTo>
                  <a:lnTo>
                    <a:pt x="7693975" y="2906773"/>
                  </a:lnTo>
                  <a:lnTo>
                    <a:pt x="7734044" y="2879877"/>
                  </a:lnTo>
                  <a:lnTo>
                    <a:pt x="7774097" y="2852453"/>
                  </a:lnTo>
                  <a:lnTo>
                    <a:pt x="7814135" y="2824505"/>
                  </a:lnTo>
                  <a:lnTo>
                    <a:pt x="7854159" y="2796042"/>
                  </a:lnTo>
                  <a:lnTo>
                    <a:pt x="7894168" y="2767069"/>
                  </a:lnTo>
                  <a:lnTo>
                    <a:pt x="7934164" y="2737592"/>
                  </a:lnTo>
                  <a:lnTo>
                    <a:pt x="7974147" y="2707617"/>
                  </a:lnTo>
                  <a:lnTo>
                    <a:pt x="8014116" y="2677151"/>
                  </a:lnTo>
                  <a:lnTo>
                    <a:pt x="8054072" y="2646199"/>
                  </a:lnTo>
                  <a:lnTo>
                    <a:pt x="8094016" y="2614769"/>
                  </a:lnTo>
                  <a:lnTo>
                    <a:pt x="8133948" y="2582867"/>
                  </a:lnTo>
                  <a:lnTo>
                    <a:pt x="8173868" y="2550497"/>
                  </a:lnTo>
                  <a:lnTo>
                    <a:pt x="8213777" y="2517668"/>
                  </a:lnTo>
                  <a:lnTo>
                    <a:pt x="8253675" y="2484384"/>
                  </a:lnTo>
                  <a:lnTo>
                    <a:pt x="8293561" y="2450653"/>
                  </a:lnTo>
                  <a:lnTo>
                    <a:pt x="8333438" y="2416480"/>
                  </a:lnTo>
                  <a:lnTo>
                    <a:pt x="8373305" y="2381871"/>
                  </a:lnTo>
                  <a:lnTo>
                    <a:pt x="8413162" y="2346834"/>
                  </a:lnTo>
                  <a:lnTo>
                    <a:pt x="8453009" y="2311374"/>
                  </a:lnTo>
                  <a:lnTo>
                    <a:pt x="8492848" y="2275496"/>
                  </a:lnTo>
                  <a:lnTo>
                    <a:pt x="8532678" y="2239209"/>
                  </a:lnTo>
                  <a:lnTo>
                    <a:pt x="8572499" y="2202517"/>
                  </a:lnTo>
                  <a:lnTo>
                    <a:pt x="8612313" y="2165427"/>
                  </a:lnTo>
                  <a:lnTo>
                    <a:pt x="8652119" y="2127945"/>
                  </a:lnTo>
                  <a:lnTo>
                    <a:pt x="8691918" y="2090078"/>
                  </a:lnTo>
                  <a:lnTo>
                    <a:pt x="8731710" y="2051831"/>
                  </a:lnTo>
                  <a:lnTo>
                    <a:pt x="8771495" y="2013211"/>
                  </a:lnTo>
                  <a:lnTo>
                    <a:pt x="8811274" y="1974224"/>
                  </a:lnTo>
                  <a:lnTo>
                    <a:pt x="8851048" y="1934876"/>
                  </a:lnTo>
                  <a:lnTo>
                    <a:pt x="8890816" y="1895174"/>
                  </a:lnTo>
                  <a:lnTo>
                    <a:pt x="8930578" y="1855124"/>
                  </a:lnTo>
                  <a:lnTo>
                    <a:pt x="8970336" y="1814731"/>
                  </a:lnTo>
                  <a:lnTo>
                    <a:pt x="9010089" y="1774003"/>
                  </a:lnTo>
                  <a:lnTo>
                    <a:pt x="9049838" y="1732944"/>
                  </a:lnTo>
                  <a:lnTo>
                    <a:pt x="9089584" y="1691563"/>
                  </a:lnTo>
                  <a:lnTo>
                    <a:pt x="9129325" y="1649864"/>
                  </a:lnTo>
                  <a:lnTo>
                    <a:pt x="9169064" y="1607855"/>
                  </a:lnTo>
                  <a:lnTo>
                    <a:pt x="9208800" y="1565540"/>
                  </a:lnTo>
                  <a:lnTo>
                    <a:pt x="9248534" y="1522927"/>
                  </a:lnTo>
                  <a:lnTo>
                    <a:pt x="9288265" y="1480022"/>
                  </a:lnTo>
                  <a:lnTo>
                    <a:pt x="9327995" y="1436830"/>
                  </a:lnTo>
                  <a:lnTo>
                    <a:pt x="9367723" y="1393359"/>
                  </a:lnTo>
                  <a:lnTo>
                    <a:pt x="9407451" y="1349614"/>
                  </a:lnTo>
                  <a:lnTo>
                    <a:pt x="9447177" y="1305602"/>
                  </a:lnTo>
                  <a:lnTo>
                    <a:pt x="9486904" y="1261328"/>
                  </a:lnTo>
                  <a:lnTo>
                    <a:pt x="9537857" y="1205277"/>
                  </a:lnTo>
                  <a:lnTo>
                    <a:pt x="9588907" y="1150890"/>
                  </a:lnTo>
                  <a:lnTo>
                    <a:pt x="9640035" y="1098140"/>
                  </a:lnTo>
                  <a:lnTo>
                    <a:pt x="9691223" y="1047004"/>
                  </a:lnTo>
                  <a:lnTo>
                    <a:pt x="9742452" y="997457"/>
                  </a:lnTo>
                  <a:lnTo>
                    <a:pt x="9793705" y="949474"/>
                  </a:lnTo>
                  <a:lnTo>
                    <a:pt x="9844962" y="903031"/>
                  </a:lnTo>
                  <a:lnTo>
                    <a:pt x="9896206" y="858104"/>
                  </a:lnTo>
                  <a:lnTo>
                    <a:pt x="9947418" y="814667"/>
                  </a:lnTo>
                  <a:lnTo>
                    <a:pt x="9998580" y="772696"/>
                  </a:lnTo>
                  <a:lnTo>
                    <a:pt x="10049673" y="732167"/>
                  </a:lnTo>
                  <a:lnTo>
                    <a:pt x="10100680" y="693055"/>
                  </a:lnTo>
                  <a:lnTo>
                    <a:pt x="10151582" y="655335"/>
                  </a:lnTo>
                  <a:lnTo>
                    <a:pt x="10202361" y="618982"/>
                  </a:lnTo>
                  <a:lnTo>
                    <a:pt x="10252997" y="583973"/>
                  </a:lnTo>
                  <a:lnTo>
                    <a:pt x="10303474" y="550283"/>
                  </a:lnTo>
                  <a:lnTo>
                    <a:pt x="10353773" y="517886"/>
                  </a:lnTo>
                  <a:lnTo>
                    <a:pt x="10403875" y="486759"/>
                  </a:lnTo>
                  <a:lnTo>
                    <a:pt x="10453762" y="456876"/>
                  </a:lnTo>
                  <a:lnTo>
                    <a:pt x="10503416" y="428214"/>
                  </a:lnTo>
                  <a:lnTo>
                    <a:pt x="10552818" y="400747"/>
                  </a:lnTo>
                  <a:lnTo>
                    <a:pt x="10601950" y="374451"/>
                  </a:lnTo>
                  <a:lnTo>
                    <a:pt x="10650795" y="349302"/>
                  </a:lnTo>
                  <a:lnTo>
                    <a:pt x="10699332" y="325275"/>
                  </a:lnTo>
                  <a:lnTo>
                    <a:pt x="10747545" y="302344"/>
                  </a:lnTo>
                  <a:lnTo>
                    <a:pt x="10795415" y="280487"/>
                  </a:lnTo>
                  <a:lnTo>
                    <a:pt x="10842924" y="259677"/>
                  </a:lnTo>
                  <a:lnTo>
                    <a:pt x="10890053" y="239891"/>
                  </a:lnTo>
                  <a:lnTo>
                    <a:pt x="10936783" y="221104"/>
                  </a:lnTo>
                  <a:lnTo>
                    <a:pt x="10983098" y="203292"/>
                  </a:lnTo>
                  <a:lnTo>
                    <a:pt x="11028978" y="186428"/>
                  </a:lnTo>
                  <a:lnTo>
                    <a:pt x="11074404" y="170491"/>
                  </a:lnTo>
                  <a:lnTo>
                    <a:pt x="11119360" y="155453"/>
                  </a:lnTo>
                  <a:lnTo>
                    <a:pt x="11163826" y="141292"/>
                  </a:lnTo>
                  <a:lnTo>
                    <a:pt x="11207784" y="127982"/>
                  </a:lnTo>
                  <a:lnTo>
                    <a:pt x="11251215" y="115498"/>
                  </a:lnTo>
                  <a:lnTo>
                    <a:pt x="11294102" y="103817"/>
                  </a:lnTo>
                  <a:lnTo>
                    <a:pt x="11336427" y="92914"/>
                  </a:lnTo>
                  <a:lnTo>
                    <a:pt x="11378170" y="82763"/>
                  </a:lnTo>
                  <a:lnTo>
                    <a:pt x="11419314" y="73341"/>
                  </a:lnTo>
                  <a:lnTo>
                    <a:pt x="11459840" y="64623"/>
                  </a:lnTo>
                  <a:lnTo>
                    <a:pt x="11499729" y="56584"/>
                  </a:lnTo>
                  <a:lnTo>
                    <a:pt x="11538965" y="49199"/>
                  </a:lnTo>
                  <a:lnTo>
                    <a:pt x="11577527" y="42445"/>
                  </a:lnTo>
                  <a:lnTo>
                    <a:pt x="11615399" y="36296"/>
                  </a:lnTo>
                  <a:lnTo>
                    <a:pt x="11688996" y="25716"/>
                  </a:lnTo>
                  <a:lnTo>
                    <a:pt x="11759609" y="17264"/>
                  </a:lnTo>
                  <a:lnTo>
                    <a:pt x="11827091" y="10741"/>
                  </a:lnTo>
                  <a:lnTo>
                    <a:pt x="11891297" y="5952"/>
                  </a:lnTo>
                  <a:lnTo>
                    <a:pt x="11952079" y="2699"/>
                  </a:lnTo>
                  <a:lnTo>
                    <a:pt x="12009291" y="786"/>
                  </a:lnTo>
                  <a:lnTo>
                    <a:pt x="12062786" y="17"/>
                  </a:lnTo>
                  <a:lnTo>
                    <a:pt x="12088095" y="0"/>
                  </a:lnTo>
                  <a:lnTo>
                    <a:pt x="12112419" y="194"/>
                  </a:lnTo>
                  <a:lnTo>
                    <a:pt x="12135741" y="576"/>
                  </a:lnTo>
                  <a:lnTo>
                    <a:pt x="12158042" y="1121"/>
                  </a:lnTo>
                  <a:lnTo>
                    <a:pt x="12179305" y="1804"/>
                  </a:lnTo>
                </a:path>
              </a:pathLst>
            </a:custGeom>
            <a:ln w="28575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3021" y="5140092"/>
              <a:ext cx="2736234" cy="63686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492743" y="6165596"/>
            <a:ext cx="2299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Microsoft YaHei"/>
                <a:cs typeface="Microsoft YaHei"/>
              </a:rPr>
              <a:t>Racing</a:t>
            </a:r>
            <a:r>
              <a:rPr sz="240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Microsoft YaHei"/>
                <a:cs typeface="Microsoft YaHei"/>
              </a:rPr>
              <a:t>For</a:t>
            </a:r>
            <a:r>
              <a:rPr sz="2400" b="1" spc="-50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Microsoft YaHei"/>
                <a:cs typeface="Microsoft YaHei"/>
              </a:rPr>
              <a:t>Life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99781" y="6012586"/>
            <a:ext cx="2827020" cy="0"/>
          </a:xfrm>
          <a:custGeom>
            <a:avLst/>
            <a:gdLst/>
            <a:ahLst/>
            <a:cxnLst/>
            <a:rect l="l" t="t" r="r" b="b"/>
            <a:pathLst>
              <a:path w="2827020">
                <a:moveTo>
                  <a:pt x="0" y="0"/>
                </a:moveTo>
                <a:lnTo>
                  <a:pt x="2826814" y="1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0455" y="123874"/>
            <a:ext cx="1828800" cy="1346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25922" y="1648459"/>
            <a:ext cx="444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B6CB5"/>
                </a:solidFill>
                <a:latin typeface="Microsoft YaHei"/>
                <a:cs typeface="Microsoft YaHei"/>
              </a:rPr>
              <a:t>——</a:t>
            </a:r>
            <a:r>
              <a:rPr sz="2400" b="1" spc="-5" dirty="0">
                <a:solidFill>
                  <a:srgbClr val="0B6CB5"/>
                </a:solidFill>
                <a:latin typeface="Arial"/>
                <a:cs typeface="Arial"/>
              </a:rPr>
              <a:t>Finecare</a:t>
            </a:r>
            <a:r>
              <a:rPr sz="2400" b="1" spc="-7" baseline="24305" dirty="0">
                <a:solidFill>
                  <a:srgbClr val="0B6CB5"/>
                </a:solidFill>
                <a:latin typeface="Arial"/>
                <a:cs typeface="Arial"/>
              </a:rPr>
              <a:t>TM</a:t>
            </a:r>
            <a:r>
              <a:rPr sz="2400" b="1" spc="292" baseline="24305" dirty="0">
                <a:solidFill>
                  <a:srgbClr val="0B6CB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B6CB5"/>
                </a:solidFill>
                <a:latin typeface="Arial"/>
                <a:cs typeface="Arial"/>
              </a:rPr>
              <a:t>FIA</a:t>
            </a:r>
            <a:r>
              <a:rPr sz="2400" b="1" spc="-105" dirty="0">
                <a:solidFill>
                  <a:srgbClr val="0B6CB5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B6CB5"/>
                </a:solidFill>
                <a:latin typeface="Arial"/>
                <a:cs typeface="Arial"/>
              </a:rPr>
              <a:t>Meter</a:t>
            </a:r>
            <a:r>
              <a:rPr sz="2400" b="1" spc="-25" dirty="0">
                <a:solidFill>
                  <a:srgbClr val="0B6CB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B6CB5"/>
                </a:solidFill>
                <a:latin typeface="Arial"/>
                <a:cs typeface="Arial"/>
              </a:rPr>
              <a:t>Plus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lang="es-MX" dirty="0"/>
              <a:t>Procedimiento para conexión LIS</a:t>
            </a:r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7821" y="501395"/>
            <a:ext cx="135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BE3F4"/>
                </a:solidFill>
                <a:latin typeface="Microsoft YaHei"/>
                <a:cs typeface="Microsoft YaHei"/>
              </a:rPr>
              <a:t>3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930" y="384555"/>
            <a:ext cx="44812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800" spc="-265" dirty="0">
                <a:solidFill>
                  <a:srgbClr val="595959"/>
                </a:solidFill>
                <a:latin typeface="Verdana"/>
                <a:cs typeface="Verdana"/>
              </a:rPr>
              <a:t>Configuración de  PC</a:t>
            </a:r>
            <a:endParaRPr sz="2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35" y="2734072"/>
            <a:ext cx="5191124" cy="1828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94224" y="3007867"/>
            <a:ext cx="5978441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1.</a:t>
            </a:r>
            <a:r>
              <a:rPr lang="es-MX" sz="1800" spc="-5" dirty="0">
                <a:latin typeface="Arial MT"/>
                <a:cs typeface="Arial MT"/>
              </a:rPr>
              <a:t> </a:t>
            </a:r>
            <a:r>
              <a:rPr lang="es-ES" sz="1800" spc="-5" dirty="0">
                <a:latin typeface="Arial MT"/>
                <a:cs typeface="Arial MT"/>
              </a:rPr>
              <a:t>Primero conecte la PC y el medidor </a:t>
            </a:r>
            <a:r>
              <a:rPr lang="es-ES" sz="1800" spc="-5" dirty="0" err="1">
                <a:latin typeface="Arial MT"/>
                <a:cs typeface="Arial MT"/>
              </a:rPr>
              <a:t>Finecar</a:t>
            </a:r>
            <a:r>
              <a:rPr lang="es-ES" sz="1800" spc="-5" dirty="0">
                <a:latin typeface="Arial MT"/>
                <a:cs typeface="Arial MT"/>
              </a:rPr>
              <a:t> FS113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18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-5" dirty="0">
                <a:latin typeface="Arial MT"/>
                <a:cs typeface="Arial MT"/>
              </a:rPr>
              <a:t>C</a:t>
            </a:r>
            <a:r>
              <a:rPr lang="es-ES" sz="1800" spc="-5" dirty="0">
                <a:latin typeface="Arial MT"/>
                <a:cs typeface="Arial MT"/>
              </a:rPr>
              <a:t>on un cable estándar de ethernet.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7821" y="501395"/>
            <a:ext cx="135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BE3F4"/>
                </a:solidFill>
                <a:latin typeface="Microsoft YaHei"/>
                <a:cs typeface="Microsoft YaHei"/>
              </a:rPr>
              <a:t>4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930" y="384555"/>
            <a:ext cx="4405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800" spc="-265" dirty="0">
                <a:solidFill>
                  <a:srgbClr val="595959"/>
                </a:solidFill>
                <a:latin typeface="Verdana"/>
                <a:cs typeface="Verdana"/>
              </a:rPr>
              <a:t>Configuración de PC</a:t>
            </a:r>
            <a:endParaRPr sz="2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683" y="1484783"/>
            <a:ext cx="3676649" cy="4114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800" y="2020315"/>
            <a:ext cx="10403997" cy="171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7545" algn="l">
              <a:lnSpc>
                <a:spcPct val="100000"/>
              </a:lnSpc>
              <a:spcBef>
                <a:spcPts val="100"/>
              </a:spcBef>
            </a:pPr>
            <a:r>
              <a:rPr lang="es-ES" spc="-5" dirty="0"/>
              <a:t>2. Establezca la dirección IP según el protocolo.</a:t>
            </a:r>
          </a:p>
          <a:p>
            <a:pPr marL="4487545" algn="l">
              <a:lnSpc>
                <a:spcPct val="100000"/>
              </a:lnSpc>
              <a:spcBef>
                <a:spcPts val="100"/>
              </a:spcBef>
            </a:pPr>
            <a:r>
              <a:rPr lang="es-ES" spc="-5" dirty="0"/>
              <a:t>Haga clic en "iniciar-rutina-adjunto-comunicación</a:t>
            </a:r>
          </a:p>
          <a:p>
            <a:pPr marL="4487545" algn="l">
              <a:lnSpc>
                <a:spcPct val="100000"/>
              </a:lnSpc>
              <a:spcBef>
                <a:spcPts val="100"/>
              </a:spcBef>
            </a:pPr>
            <a:r>
              <a:rPr lang="es-ES" spc="-5" dirty="0"/>
              <a:t>-red”, y luego haga doble clic en “conectividad local”. Ingrese a "estado de conectividad local".</a:t>
            </a:r>
          </a:p>
          <a:p>
            <a:pPr marL="4487545" algn="l">
              <a:lnSpc>
                <a:spcPct val="100000"/>
              </a:lnSpc>
              <a:spcBef>
                <a:spcPts val="100"/>
              </a:spcBef>
            </a:pPr>
            <a:r>
              <a:rPr lang="es-ES" spc="-5" dirty="0"/>
              <a:t>Haga clic en "propiedades" e ingrese a "propiedades de conectividad local".</a:t>
            </a:r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7821" y="501395"/>
            <a:ext cx="135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BE3F4"/>
                </a:solidFill>
                <a:latin typeface="Microsoft YaHei"/>
                <a:cs typeface="Microsoft YaHei"/>
              </a:rPr>
              <a:t>5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930" y="384555"/>
            <a:ext cx="35668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800" spc="-265" dirty="0">
                <a:solidFill>
                  <a:srgbClr val="595959"/>
                </a:solidFill>
                <a:latin typeface="Verdana"/>
                <a:cs typeface="Verdana"/>
              </a:rPr>
              <a:t>Configuración de PC</a:t>
            </a:r>
            <a:endParaRPr sz="2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585" y="1268760"/>
            <a:ext cx="3667124" cy="4267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06192" y="2361691"/>
            <a:ext cx="500443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3.</a:t>
            </a:r>
            <a:r>
              <a:rPr lang="es-MX" sz="1800" spc="-5" dirty="0">
                <a:latin typeface="Arial MT"/>
                <a:cs typeface="Arial MT"/>
              </a:rPr>
              <a:t>Haga doble clic en "Protocolo de Internet (TCP/IP)".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MX" sz="18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800" spc="-5" dirty="0">
                <a:latin typeface="Arial MT"/>
                <a:cs typeface="Arial MT"/>
              </a:rPr>
              <a:t>Ingrese a “Propiedades del Protocolo de Internet (TCP/IP)</a:t>
            </a:r>
            <a:r>
              <a:rPr sz="1800" spc="-5" dirty="0">
                <a:latin typeface="Arial MT"/>
                <a:cs typeface="Arial MT"/>
              </a:rPr>
              <a:t>”.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7821" y="501395"/>
            <a:ext cx="135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BE3F4"/>
                </a:solidFill>
                <a:latin typeface="Microsoft YaHei"/>
                <a:cs typeface="Microsoft YaHei"/>
              </a:rPr>
              <a:t>6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930" y="384555"/>
            <a:ext cx="41002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800" spc="-265" dirty="0">
                <a:solidFill>
                  <a:srgbClr val="595959"/>
                </a:solidFill>
                <a:latin typeface="Verdana"/>
                <a:cs typeface="Verdana"/>
              </a:rPr>
              <a:t>Configuración de PC</a:t>
            </a:r>
            <a:endParaRPr sz="2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943" y="1981200"/>
            <a:ext cx="3657599" cy="2762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18160" y="2187955"/>
            <a:ext cx="4311640" cy="229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399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r>
              <a:rPr lang="es-ES" sz="1800" spc="-5" dirty="0">
                <a:latin typeface="Arial MT"/>
                <a:cs typeface="Arial MT"/>
              </a:rPr>
              <a:t>4. ¡Establezca la dirección IP de la siguiente manera!</a:t>
            </a:r>
          </a:p>
          <a:p>
            <a:pPr marR="173990">
              <a:lnSpc>
                <a:spcPct val="100000"/>
              </a:lnSpc>
              <a:spcBef>
                <a:spcPts val="100"/>
              </a:spcBef>
            </a:pPr>
            <a:endParaRPr lang="es-ES" sz="1800" spc="-5" dirty="0">
              <a:latin typeface="Arial MT"/>
              <a:cs typeface="Arial MT"/>
            </a:endParaRPr>
          </a:p>
          <a:p>
            <a:pPr marR="17399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Dirección IP: 192.168.0.88</a:t>
            </a:r>
          </a:p>
          <a:p>
            <a:pPr marR="173990">
              <a:lnSpc>
                <a:spcPct val="100000"/>
              </a:lnSpc>
              <a:spcBef>
                <a:spcPts val="100"/>
              </a:spcBef>
            </a:pPr>
            <a:endParaRPr lang="es-ES" sz="1800" spc="-5" dirty="0">
              <a:latin typeface="Arial MT"/>
              <a:cs typeface="Arial MT"/>
            </a:endParaRPr>
          </a:p>
          <a:p>
            <a:pPr marR="17399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Máscara de subred: 255.255.255.0</a:t>
            </a:r>
          </a:p>
          <a:p>
            <a:pPr marR="17399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Puerta de enlace predeterminada: 192.168.0.1 Haga clic en "Aceptar".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7821" y="501395"/>
            <a:ext cx="135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BE3F4"/>
                </a:solidFill>
                <a:latin typeface="Microsoft YaHei"/>
                <a:cs typeface="Microsoft YaHei"/>
              </a:rPr>
              <a:t>7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062" y="208788"/>
            <a:ext cx="560093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3200" spc="-290" dirty="0">
                <a:solidFill>
                  <a:srgbClr val="595959"/>
                </a:solidFill>
                <a:latin typeface="Tahoma"/>
                <a:cs typeface="Tahoma"/>
              </a:rPr>
              <a:t>Configuración de </a:t>
            </a:r>
            <a:r>
              <a:rPr lang="es-MX" sz="3200" spc="-290" dirty="0" err="1">
                <a:solidFill>
                  <a:srgbClr val="595959"/>
                </a:solidFill>
                <a:latin typeface="Tahoma"/>
                <a:cs typeface="Tahoma"/>
              </a:rPr>
              <a:t>Fineare</a:t>
            </a:r>
            <a:r>
              <a:rPr lang="es-MX" sz="3200" spc="-290" dirty="0">
                <a:solidFill>
                  <a:srgbClr val="595959"/>
                </a:solidFill>
                <a:latin typeface="Tahoma"/>
                <a:cs typeface="Tahoma"/>
              </a:rPr>
              <a:t> FS113</a:t>
            </a:r>
            <a:endParaRPr sz="32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6148" y="3763771"/>
            <a:ext cx="770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fs113rd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96199" y="1480138"/>
            <a:ext cx="1467485" cy="324448"/>
          </a:xfrm>
          <a:prstGeom prst="rect">
            <a:avLst/>
          </a:prstGeom>
          <a:ln w="9525">
            <a:solidFill>
              <a:srgbClr val="0D0D0D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70"/>
              </a:spcBef>
            </a:pPr>
            <a:r>
              <a:rPr sz="1800" spc="-5" dirty="0">
                <a:latin typeface="Arial MT"/>
                <a:cs typeface="Arial MT"/>
              </a:rPr>
              <a:t>1.Click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lang="es-MX" sz="1800" spc="-5" dirty="0" err="1">
                <a:latin typeface="Arial MT"/>
                <a:cs typeface="Arial MT"/>
              </a:rPr>
              <a:t>aqui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391" y="2434395"/>
            <a:ext cx="3040380" cy="323807"/>
          </a:xfrm>
          <a:prstGeom prst="rect">
            <a:avLst/>
          </a:prstGeom>
          <a:ln w="9525">
            <a:solidFill>
              <a:srgbClr val="0D0D0D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5"/>
              </a:spcBef>
            </a:pPr>
            <a:r>
              <a:rPr sz="1800" spc="-5" dirty="0">
                <a:latin typeface="Arial MT"/>
                <a:cs typeface="Arial MT"/>
              </a:rPr>
              <a:t>2.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password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“fs113rd”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3391" y="5589239"/>
            <a:ext cx="1467485" cy="323807"/>
          </a:xfrm>
          <a:prstGeom prst="rect">
            <a:avLst/>
          </a:prstGeom>
          <a:ln w="9525">
            <a:solidFill>
              <a:srgbClr val="0D0D0D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5"/>
              </a:spcBef>
            </a:pPr>
            <a:r>
              <a:rPr sz="1800" spc="-5" dirty="0">
                <a:latin typeface="Arial MT"/>
                <a:cs typeface="Arial MT"/>
              </a:rPr>
              <a:t>3.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Click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lang="es-MX" spc="-5" dirty="0" err="1">
                <a:latin typeface="Arial MT"/>
                <a:cs typeface="Arial MT"/>
              </a:rPr>
              <a:t>aqui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87487" y="1626704"/>
            <a:ext cx="6409055" cy="3963035"/>
          </a:xfrm>
          <a:custGeom>
            <a:avLst/>
            <a:gdLst/>
            <a:ahLst/>
            <a:cxnLst/>
            <a:rect l="l" t="t" r="r" b="b"/>
            <a:pathLst>
              <a:path w="6409055" h="3963035">
                <a:moveTo>
                  <a:pt x="506844" y="3027946"/>
                </a:moveTo>
                <a:lnTo>
                  <a:pt x="501256" y="3024936"/>
                </a:lnTo>
                <a:lnTo>
                  <a:pt x="33324" y="3893947"/>
                </a:lnTo>
                <a:lnTo>
                  <a:pt x="2578" y="3877386"/>
                </a:lnTo>
                <a:lnTo>
                  <a:pt x="0" y="3962539"/>
                </a:lnTo>
                <a:lnTo>
                  <a:pt x="69672" y="3913517"/>
                </a:lnTo>
                <a:lnTo>
                  <a:pt x="59690" y="3908133"/>
                </a:lnTo>
                <a:lnTo>
                  <a:pt x="38912" y="3896957"/>
                </a:lnTo>
                <a:lnTo>
                  <a:pt x="506844" y="3027946"/>
                </a:lnTo>
                <a:close/>
              </a:path>
              <a:path w="6409055" h="3963035">
                <a:moveTo>
                  <a:pt x="800061" y="1261846"/>
                </a:moveTo>
                <a:lnTo>
                  <a:pt x="797534" y="1235087"/>
                </a:lnTo>
                <a:lnTo>
                  <a:pt x="792086" y="1177023"/>
                </a:lnTo>
                <a:lnTo>
                  <a:pt x="729005" y="1234300"/>
                </a:lnTo>
                <a:lnTo>
                  <a:pt x="761568" y="1246924"/>
                </a:lnTo>
                <a:lnTo>
                  <a:pt x="429082" y="2104390"/>
                </a:lnTo>
                <a:lnTo>
                  <a:pt x="435000" y="2106676"/>
                </a:lnTo>
                <a:lnTo>
                  <a:pt x="767499" y="1249222"/>
                </a:lnTo>
                <a:lnTo>
                  <a:pt x="800061" y="1261846"/>
                </a:lnTo>
                <a:close/>
              </a:path>
              <a:path w="6409055" h="3963035">
                <a:moveTo>
                  <a:pt x="6408712" y="38100"/>
                </a:moveTo>
                <a:lnTo>
                  <a:pt x="6332512" y="0"/>
                </a:lnTo>
                <a:lnTo>
                  <a:pt x="6332512" y="34925"/>
                </a:lnTo>
                <a:lnTo>
                  <a:pt x="5976658" y="34925"/>
                </a:lnTo>
                <a:lnTo>
                  <a:pt x="5976658" y="41275"/>
                </a:lnTo>
                <a:lnTo>
                  <a:pt x="6332512" y="41275"/>
                </a:lnTo>
                <a:lnTo>
                  <a:pt x="6332512" y="76200"/>
                </a:lnTo>
                <a:lnTo>
                  <a:pt x="6402362" y="41275"/>
                </a:lnTo>
                <a:lnTo>
                  <a:pt x="6408712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46947" y="3102355"/>
            <a:ext cx="3954779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15" dirty="0">
                <a:latin typeface="Arial MT"/>
                <a:cs typeface="Arial MT"/>
              </a:rPr>
              <a:t>1. Encienda el medidor FIA Plus y haga clic en "establecer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15" dirty="0">
                <a:latin typeface="Arial MT"/>
                <a:cs typeface="Arial MT"/>
              </a:rPr>
              <a:t>arriba”, ingrese la contraseña “fs113”, luego haga clic en “Sí”.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34" y="835898"/>
            <a:ext cx="5593715" cy="76200"/>
          </a:xfrm>
          <a:custGeom>
            <a:avLst/>
            <a:gdLst/>
            <a:ahLst/>
            <a:cxnLst/>
            <a:rect l="l" t="t" r="r" b="b"/>
            <a:pathLst>
              <a:path w="5593715" h="76200">
                <a:moveTo>
                  <a:pt x="5555260" y="0"/>
                </a:moveTo>
                <a:lnTo>
                  <a:pt x="5540415" y="2999"/>
                </a:lnTo>
                <a:lnTo>
                  <a:pt x="5528304" y="11168"/>
                </a:lnTo>
                <a:lnTo>
                  <a:pt x="5520142" y="23281"/>
                </a:lnTo>
                <a:lnTo>
                  <a:pt x="5518111" y="33325"/>
                </a:lnTo>
                <a:lnTo>
                  <a:pt x="5555250" y="33337"/>
                </a:lnTo>
                <a:lnTo>
                  <a:pt x="5555246" y="42862"/>
                </a:lnTo>
                <a:lnTo>
                  <a:pt x="5518110" y="42862"/>
                </a:lnTo>
                <a:lnTo>
                  <a:pt x="5520153" y="52942"/>
                </a:lnTo>
                <a:lnTo>
                  <a:pt x="5528325" y="65050"/>
                </a:lnTo>
                <a:lnTo>
                  <a:pt x="5540406" y="73201"/>
                </a:lnTo>
                <a:lnTo>
                  <a:pt x="5555236" y="76200"/>
                </a:lnTo>
                <a:lnTo>
                  <a:pt x="5570081" y="73201"/>
                </a:lnTo>
                <a:lnTo>
                  <a:pt x="5582192" y="65032"/>
                </a:lnTo>
                <a:lnTo>
                  <a:pt x="5590353" y="52918"/>
                </a:lnTo>
                <a:lnTo>
                  <a:pt x="5592387" y="42862"/>
                </a:lnTo>
                <a:lnTo>
                  <a:pt x="5555246" y="42862"/>
                </a:lnTo>
                <a:lnTo>
                  <a:pt x="5592389" y="42850"/>
                </a:lnTo>
                <a:lnTo>
                  <a:pt x="5593342" y="38087"/>
                </a:lnTo>
                <a:lnTo>
                  <a:pt x="5590343" y="23258"/>
                </a:lnTo>
                <a:lnTo>
                  <a:pt x="5582171" y="11150"/>
                </a:lnTo>
                <a:lnTo>
                  <a:pt x="5570090" y="2999"/>
                </a:lnTo>
                <a:lnTo>
                  <a:pt x="5555260" y="0"/>
                </a:lnTo>
                <a:close/>
              </a:path>
              <a:path w="5593715" h="76200">
                <a:moveTo>
                  <a:pt x="5518111" y="33325"/>
                </a:moveTo>
                <a:lnTo>
                  <a:pt x="5517152" y="38112"/>
                </a:lnTo>
                <a:lnTo>
                  <a:pt x="5518107" y="42850"/>
                </a:lnTo>
                <a:lnTo>
                  <a:pt x="5555246" y="42862"/>
                </a:lnTo>
                <a:lnTo>
                  <a:pt x="5555250" y="33337"/>
                </a:lnTo>
                <a:lnTo>
                  <a:pt x="5518111" y="33325"/>
                </a:lnTo>
                <a:close/>
              </a:path>
              <a:path w="5593715" h="76200">
                <a:moveTo>
                  <a:pt x="3" y="31498"/>
                </a:moveTo>
                <a:lnTo>
                  <a:pt x="0" y="41023"/>
                </a:lnTo>
                <a:lnTo>
                  <a:pt x="5518107" y="42850"/>
                </a:lnTo>
                <a:lnTo>
                  <a:pt x="5517147" y="38087"/>
                </a:lnTo>
                <a:lnTo>
                  <a:pt x="5518111" y="33325"/>
                </a:lnTo>
                <a:lnTo>
                  <a:pt x="3" y="31498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427821" y="501395"/>
            <a:ext cx="135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BE3F4"/>
                </a:solidFill>
                <a:latin typeface="Microsoft YaHei"/>
                <a:cs typeface="Microsoft YaHei"/>
              </a:rPr>
              <a:t>8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930" y="334771"/>
            <a:ext cx="593102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800" spc="-290" dirty="0">
                <a:solidFill>
                  <a:srgbClr val="595959"/>
                </a:solidFill>
                <a:latin typeface="Tahoma"/>
                <a:cs typeface="Tahoma"/>
              </a:rPr>
              <a:t>Configuración de </a:t>
            </a:r>
            <a:r>
              <a:rPr lang="es-MX" sz="2800" spc="-290" dirty="0" err="1">
                <a:solidFill>
                  <a:srgbClr val="595959"/>
                </a:solidFill>
                <a:latin typeface="Tahoma"/>
                <a:cs typeface="Tahoma"/>
              </a:rPr>
              <a:t>Fineare</a:t>
            </a:r>
            <a:r>
              <a:rPr lang="es-MX" sz="2800" spc="-290" dirty="0">
                <a:solidFill>
                  <a:srgbClr val="595959"/>
                </a:solidFill>
                <a:latin typeface="Tahoma"/>
                <a:cs typeface="Tahoma"/>
              </a:rPr>
              <a:t> FS113</a:t>
            </a:r>
            <a:endParaRPr sz="3000" dirty="0">
              <a:latin typeface="Microsoft YaHei"/>
              <a:cs typeface="Microsoft YaHe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08492" y="1052736"/>
            <a:ext cx="7784465" cy="5716270"/>
            <a:chOff x="3208492" y="1052736"/>
            <a:chExt cx="7784465" cy="57162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1480" y="1052736"/>
              <a:ext cx="7621062" cy="57157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46592" y="3111351"/>
              <a:ext cx="1440180" cy="576580"/>
            </a:xfrm>
            <a:custGeom>
              <a:avLst/>
              <a:gdLst/>
              <a:ahLst/>
              <a:cxnLst/>
              <a:rect l="l" t="t" r="r" b="b"/>
              <a:pathLst>
                <a:path w="1440179" h="576579">
                  <a:moveTo>
                    <a:pt x="0" y="0"/>
                  </a:moveTo>
                  <a:lnTo>
                    <a:pt x="1440160" y="0"/>
                  </a:lnTo>
                  <a:lnTo>
                    <a:pt x="1440160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8075" y="2895600"/>
            <a:ext cx="248983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2.</a:t>
            </a:r>
            <a:r>
              <a:rPr lang="es-MX" sz="1800" spc="-5" dirty="0">
                <a:latin typeface="Arial MT"/>
                <a:cs typeface="Arial MT"/>
              </a:rPr>
              <a:t>Dar c</a:t>
            </a:r>
            <a:r>
              <a:rPr sz="1800" spc="-5" dirty="0">
                <a:latin typeface="Arial MT"/>
                <a:cs typeface="Arial MT"/>
              </a:rPr>
              <a:t>lick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“System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setting”</a:t>
            </a:r>
            <a:r>
              <a:rPr lang="es-MX" sz="1800" spc="-5" dirty="0">
                <a:latin typeface="Arial MT"/>
                <a:cs typeface="Arial MT"/>
              </a:rPr>
              <a:t> o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800" spc="-5" dirty="0">
                <a:latin typeface="Arial MT"/>
                <a:cs typeface="Arial MT"/>
              </a:rPr>
              <a:t>“configuración del sistema “</a:t>
            </a:r>
            <a:r>
              <a:rPr sz="1800" spc="-5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67607" y="3361283"/>
            <a:ext cx="583565" cy="76200"/>
          </a:xfrm>
          <a:custGeom>
            <a:avLst/>
            <a:gdLst/>
            <a:ahLst/>
            <a:cxnLst/>
            <a:rect l="l" t="t" r="r" b="b"/>
            <a:pathLst>
              <a:path w="583564" h="76200">
                <a:moveTo>
                  <a:pt x="506770" y="41274"/>
                </a:moveTo>
                <a:lnTo>
                  <a:pt x="506770" y="76200"/>
                </a:lnTo>
                <a:lnTo>
                  <a:pt x="576620" y="41275"/>
                </a:lnTo>
                <a:lnTo>
                  <a:pt x="506770" y="41274"/>
                </a:lnTo>
                <a:close/>
              </a:path>
              <a:path w="583564" h="76200">
                <a:moveTo>
                  <a:pt x="506770" y="34924"/>
                </a:moveTo>
                <a:lnTo>
                  <a:pt x="506770" y="41274"/>
                </a:lnTo>
                <a:lnTo>
                  <a:pt x="519470" y="41275"/>
                </a:lnTo>
                <a:lnTo>
                  <a:pt x="519470" y="34925"/>
                </a:lnTo>
                <a:lnTo>
                  <a:pt x="506770" y="34924"/>
                </a:lnTo>
                <a:close/>
              </a:path>
              <a:path w="583564" h="76200">
                <a:moveTo>
                  <a:pt x="506770" y="0"/>
                </a:moveTo>
                <a:lnTo>
                  <a:pt x="506770" y="34924"/>
                </a:lnTo>
                <a:lnTo>
                  <a:pt x="519470" y="34925"/>
                </a:lnTo>
                <a:lnTo>
                  <a:pt x="519470" y="41275"/>
                </a:lnTo>
                <a:lnTo>
                  <a:pt x="576623" y="41273"/>
                </a:lnTo>
                <a:lnTo>
                  <a:pt x="582970" y="38100"/>
                </a:lnTo>
                <a:lnTo>
                  <a:pt x="506770" y="0"/>
                </a:lnTo>
                <a:close/>
              </a:path>
              <a:path w="583564" h="76200">
                <a:moveTo>
                  <a:pt x="0" y="34923"/>
                </a:moveTo>
                <a:lnTo>
                  <a:pt x="0" y="41273"/>
                </a:lnTo>
                <a:lnTo>
                  <a:pt x="506770" y="41274"/>
                </a:lnTo>
                <a:lnTo>
                  <a:pt x="506770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334" y="835898"/>
            <a:ext cx="7765415" cy="5775960"/>
            <a:chOff x="119334" y="835898"/>
            <a:chExt cx="7765415" cy="5775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352" y="895753"/>
              <a:ext cx="7621063" cy="57157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871863" y="2996952"/>
              <a:ext cx="1440180" cy="576580"/>
            </a:xfrm>
            <a:custGeom>
              <a:avLst/>
              <a:gdLst/>
              <a:ahLst/>
              <a:cxnLst/>
              <a:rect l="l" t="t" r="r" b="b"/>
              <a:pathLst>
                <a:path w="1440179" h="576579">
                  <a:moveTo>
                    <a:pt x="0" y="0"/>
                  </a:moveTo>
                  <a:lnTo>
                    <a:pt x="1440160" y="0"/>
                  </a:lnTo>
                  <a:lnTo>
                    <a:pt x="1440160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07567" y="2492895"/>
              <a:ext cx="4897120" cy="360045"/>
            </a:xfrm>
            <a:custGeom>
              <a:avLst/>
              <a:gdLst/>
              <a:ahLst/>
              <a:cxnLst/>
              <a:rect l="l" t="t" r="r" b="b"/>
              <a:pathLst>
                <a:path w="4897120" h="360044">
                  <a:moveTo>
                    <a:pt x="0" y="0"/>
                  </a:moveTo>
                  <a:lnTo>
                    <a:pt x="4896544" y="0"/>
                  </a:lnTo>
                  <a:lnTo>
                    <a:pt x="4896544" y="360040"/>
                  </a:lnTo>
                  <a:lnTo>
                    <a:pt x="0" y="360040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27821" y="501395"/>
            <a:ext cx="135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BE3F4"/>
                </a:solidFill>
                <a:latin typeface="Microsoft YaHei"/>
                <a:cs typeface="Microsoft YaHei"/>
              </a:rPr>
              <a:t>9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7930" y="334771"/>
            <a:ext cx="631006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3200" spc="-290" dirty="0">
                <a:solidFill>
                  <a:srgbClr val="595959"/>
                </a:solidFill>
                <a:latin typeface="Tahoma"/>
                <a:cs typeface="Tahoma"/>
              </a:rPr>
              <a:t>Configuración de </a:t>
            </a:r>
            <a:r>
              <a:rPr lang="es-MX" sz="3200" spc="-290" dirty="0" err="1">
                <a:solidFill>
                  <a:srgbClr val="595959"/>
                </a:solidFill>
                <a:latin typeface="Tahoma"/>
                <a:cs typeface="Tahoma"/>
              </a:rPr>
              <a:t>Fineare</a:t>
            </a:r>
            <a:r>
              <a:rPr lang="es-MX" sz="3200" spc="-290" dirty="0">
                <a:solidFill>
                  <a:srgbClr val="595959"/>
                </a:solidFill>
                <a:latin typeface="Tahoma"/>
                <a:cs typeface="Tahoma"/>
              </a:rPr>
              <a:t> FS113</a:t>
            </a:r>
            <a:endParaRPr lang="es-MX" sz="3600" dirty="0">
              <a:latin typeface="Microsoft YaHei"/>
              <a:cs typeface="Microsoft Ya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90965" y="2504947"/>
            <a:ext cx="344233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r>
              <a:rPr lang="es-ES" sz="1800" spc="-5" dirty="0">
                <a:latin typeface="Arial MT"/>
                <a:cs typeface="Arial MT"/>
              </a:rPr>
              <a:t>.Confirme que Lis es 192.168.0.88,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y verifique el </a:t>
            </a:r>
            <a:r>
              <a:rPr lang="es-ES" sz="1800" spc="-5" dirty="0" err="1">
                <a:latin typeface="Arial MT"/>
                <a:cs typeface="Arial MT"/>
              </a:rPr>
              <a:t>Lis_Port</a:t>
            </a:r>
            <a:r>
              <a:rPr lang="es-ES" sz="1800" spc="-5" dirty="0">
                <a:latin typeface="Arial MT"/>
                <a:cs typeface="Arial MT"/>
              </a:rPr>
              <a:t>. Luego haga clic en "configuración".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34" y="835898"/>
            <a:ext cx="5593715" cy="76200"/>
          </a:xfrm>
          <a:custGeom>
            <a:avLst/>
            <a:gdLst/>
            <a:ahLst/>
            <a:cxnLst/>
            <a:rect l="l" t="t" r="r" b="b"/>
            <a:pathLst>
              <a:path w="5593715" h="76200">
                <a:moveTo>
                  <a:pt x="5555260" y="0"/>
                </a:moveTo>
                <a:lnTo>
                  <a:pt x="5540415" y="2999"/>
                </a:lnTo>
                <a:lnTo>
                  <a:pt x="5528304" y="11168"/>
                </a:lnTo>
                <a:lnTo>
                  <a:pt x="5520142" y="23281"/>
                </a:lnTo>
                <a:lnTo>
                  <a:pt x="5518111" y="33325"/>
                </a:lnTo>
                <a:lnTo>
                  <a:pt x="5555250" y="33337"/>
                </a:lnTo>
                <a:lnTo>
                  <a:pt x="5555246" y="42862"/>
                </a:lnTo>
                <a:lnTo>
                  <a:pt x="5518110" y="42862"/>
                </a:lnTo>
                <a:lnTo>
                  <a:pt x="5520153" y="52942"/>
                </a:lnTo>
                <a:lnTo>
                  <a:pt x="5528325" y="65050"/>
                </a:lnTo>
                <a:lnTo>
                  <a:pt x="5540406" y="73201"/>
                </a:lnTo>
                <a:lnTo>
                  <a:pt x="5555236" y="76200"/>
                </a:lnTo>
                <a:lnTo>
                  <a:pt x="5570081" y="73201"/>
                </a:lnTo>
                <a:lnTo>
                  <a:pt x="5582192" y="65032"/>
                </a:lnTo>
                <a:lnTo>
                  <a:pt x="5590353" y="52918"/>
                </a:lnTo>
                <a:lnTo>
                  <a:pt x="5592387" y="42862"/>
                </a:lnTo>
                <a:lnTo>
                  <a:pt x="5555246" y="42862"/>
                </a:lnTo>
                <a:lnTo>
                  <a:pt x="5592389" y="42850"/>
                </a:lnTo>
                <a:lnTo>
                  <a:pt x="5593342" y="38087"/>
                </a:lnTo>
                <a:lnTo>
                  <a:pt x="5590343" y="23258"/>
                </a:lnTo>
                <a:lnTo>
                  <a:pt x="5582171" y="11150"/>
                </a:lnTo>
                <a:lnTo>
                  <a:pt x="5570090" y="2999"/>
                </a:lnTo>
                <a:lnTo>
                  <a:pt x="5555260" y="0"/>
                </a:lnTo>
                <a:close/>
              </a:path>
              <a:path w="5593715" h="76200">
                <a:moveTo>
                  <a:pt x="5518111" y="33325"/>
                </a:moveTo>
                <a:lnTo>
                  <a:pt x="5517152" y="38112"/>
                </a:lnTo>
                <a:lnTo>
                  <a:pt x="5518107" y="42850"/>
                </a:lnTo>
                <a:lnTo>
                  <a:pt x="5555246" y="42862"/>
                </a:lnTo>
                <a:lnTo>
                  <a:pt x="5555250" y="33337"/>
                </a:lnTo>
                <a:lnTo>
                  <a:pt x="5518111" y="33325"/>
                </a:lnTo>
                <a:close/>
              </a:path>
              <a:path w="5593715" h="76200">
                <a:moveTo>
                  <a:pt x="3" y="31498"/>
                </a:moveTo>
                <a:lnTo>
                  <a:pt x="0" y="41023"/>
                </a:lnTo>
                <a:lnTo>
                  <a:pt x="5518107" y="42850"/>
                </a:lnTo>
                <a:lnTo>
                  <a:pt x="5517147" y="38087"/>
                </a:lnTo>
                <a:lnTo>
                  <a:pt x="5518111" y="33325"/>
                </a:lnTo>
                <a:lnTo>
                  <a:pt x="3" y="31498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373052" y="501395"/>
            <a:ext cx="24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DBE3F4"/>
                </a:solidFill>
                <a:latin typeface="Microsoft YaHei"/>
                <a:cs typeface="Microsoft YaHei"/>
              </a:rPr>
              <a:t>10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930" y="334771"/>
            <a:ext cx="53194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800" spc="-290" dirty="0">
                <a:solidFill>
                  <a:srgbClr val="595959"/>
                </a:solidFill>
                <a:latin typeface="Tahoma"/>
                <a:cs typeface="Tahoma"/>
              </a:rPr>
              <a:t>Configuración de </a:t>
            </a:r>
            <a:r>
              <a:rPr lang="es-MX" sz="2800" spc="-290" dirty="0" err="1">
                <a:solidFill>
                  <a:srgbClr val="595959"/>
                </a:solidFill>
                <a:latin typeface="Tahoma"/>
                <a:cs typeface="Tahoma"/>
              </a:rPr>
              <a:t>Fineare</a:t>
            </a:r>
            <a:r>
              <a:rPr lang="es-MX" sz="2800" spc="-290" dirty="0">
                <a:solidFill>
                  <a:srgbClr val="595959"/>
                </a:solidFill>
                <a:latin typeface="Tahoma"/>
                <a:cs typeface="Tahoma"/>
              </a:rPr>
              <a:t> FS113</a:t>
            </a:r>
            <a:endParaRPr sz="3000" dirty="0">
              <a:latin typeface="Microsoft YaHei"/>
              <a:cs typeface="Microsoft YaHe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8040" y="1052736"/>
            <a:ext cx="7659370" cy="5716270"/>
            <a:chOff x="118040" y="1052736"/>
            <a:chExt cx="7659370" cy="57162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140" y="1052736"/>
              <a:ext cx="7621063" cy="57157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6140" y="2636912"/>
              <a:ext cx="2267585" cy="576580"/>
            </a:xfrm>
            <a:custGeom>
              <a:avLst/>
              <a:gdLst/>
              <a:ahLst/>
              <a:cxnLst/>
              <a:rect l="l" t="t" r="r" b="b"/>
              <a:pathLst>
                <a:path w="2267585" h="576580">
                  <a:moveTo>
                    <a:pt x="0" y="0"/>
                  </a:moveTo>
                  <a:lnTo>
                    <a:pt x="2267452" y="0"/>
                  </a:lnTo>
                  <a:lnTo>
                    <a:pt x="2267452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46947" y="2937764"/>
            <a:ext cx="328993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lang="es-MX" sz="1800" spc="-20" dirty="0">
                <a:latin typeface="Arial MT"/>
                <a:cs typeface="Arial MT"/>
              </a:rPr>
              <a:t>Dar c</a:t>
            </a:r>
            <a:r>
              <a:rPr sz="1800" dirty="0">
                <a:latin typeface="Arial MT"/>
                <a:cs typeface="Arial MT"/>
              </a:rPr>
              <a:t>lick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“Ethernet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configuration”</a:t>
            </a:r>
            <a:r>
              <a:rPr lang="es-MX" sz="1800" spc="-5" dirty="0">
                <a:latin typeface="Arial MT"/>
                <a:cs typeface="Arial MT"/>
              </a:rPr>
              <a:t> o “configuración de ethernet”</a:t>
            </a:r>
            <a:r>
              <a:rPr sz="1800" spc="-5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3052" y="501395"/>
            <a:ext cx="24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DBE3F4"/>
                </a:solidFill>
                <a:latin typeface="Microsoft YaHei"/>
                <a:cs typeface="Microsoft YaHei"/>
              </a:rPr>
              <a:t>11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931" y="334771"/>
            <a:ext cx="731861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3200" spc="-290" dirty="0">
                <a:solidFill>
                  <a:srgbClr val="595959"/>
                </a:solidFill>
                <a:latin typeface="Tahoma"/>
                <a:cs typeface="Tahoma"/>
              </a:rPr>
              <a:t>Configuración de </a:t>
            </a:r>
            <a:r>
              <a:rPr lang="es-MX" sz="3200" spc="-290" dirty="0" err="1">
                <a:solidFill>
                  <a:srgbClr val="595959"/>
                </a:solidFill>
                <a:latin typeface="Tahoma"/>
                <a:cs typeface="Tahoma"/>
              </a:rPr>
              <a:t>Fineare</a:t>
            </a:r>
            <a:r>
              <a:rPr lang="es-MX" sz="3200" spc="-290" dirty="0">
                <a:solidFill>
                  <a:srgbClr val="595959"/>
                </a:solidFill>
                <a:latin typeface="Tahoma"/>
                <a:cs typeface="Tahoma"/>
              </a:rPr>
              <a:t> FS113</a:t>
            </a:r>
            <a:endParaRPr lang="es-MX" sz="3600" dirty="0">
              <a:latin typeface="Microsoft YaHei"/>
              <a:cs typeface="Microsoft YaHe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140" y="980728"/>
            <a:ext cx="7621270" cy="5716270"/>
            <a:chOff x="156140" y="980728"/>
            <a:chExt cx="7621270" cy="57162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140" y="980728"/>
              <a:ext cx="7621063" cy="57157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75719" y="2204863"/>
              <a:ext cx="1944370" cy="576580"/>
            </a:xfrm>
            <a:custGeom>
              <a:avLst/>
              <a:gdLst/>
              <a:ahLst/>
              <a:cxnLst/>
              <a:rect l="l" t="t" r="r" b="b"/>
              <a:pathLst>
                <a:path w="1944370" h="576580">
                  <a:moveTo>
                    <a:pt x="0" y="0"/>
                  </a:moveTo>
                  <a:lnTo>
                    <a:pt x="1944216" y="0"/>
                  </a:lnTo>
                  <a:lnTo>
                    <a:pt x="1944216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66549" y="2660396"/>
            <a:ext cx="419163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5. Confirme que "Ethernet" está encendido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18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y luego haga clic en "Configuración de Ethernet</a:t>
            </a:r>
            <a:r>
              <a:rPr sz="1800" spc="-5" dirty="0">
                <a:latin typeface="Arial MT"/>
                <a:cs typeface="Arial MT"/>
              </a:rPr>
              <a:t>”.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3052" y="501395"/>
            <a:ext cx="24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DBE3F4"/>
                </a:solidFill>
                <a:latin typeface="Microsoft YaHei"/>
                <a:cs typeface="Microsoft YaHei"/>
              </a:rPr>
              <a:t>12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930" y="334771"/>
            <a:ext cx="59290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800" spc="-290" dirty="0">
                <a:solidFill>
                  <a:srgbClr val="595959"/>
                </a:solidFill>
                <a:latin typeface="Tahoma"/>
                <a:cs typeface="Tahoma"/>
              </a:rPr>
              <a:t>Configuración de </a:t>
            </a:r>
            <a:r>
              <a:rPr lang="es-MX" sz="2800" spc="-290" dirty="0" err="1">
                <a:solidFill>
                  <a:srgbClr val="595959"/>
                </a:solidFill>
                <a:latin typeface="Tahoma"/>
                <a:cs typeface="Tahoma"/>
              </a:rPr>
              <a:t>Fineare</a:t>
            </a:r>
            <a:r>
              <a:rPr lang="es-MX" sz="2800" spc="-290" dirty="0">
                <a:solidFill>
                  <a:srgbClr val="595959"/>
                </a:solidFill>
                <a:latin typeface="Tahoma"/>
                <a:cs typeface="Tahoma"/>
              </a:rPr>
              <a:t> FS113</a:t>
            </a:r>
            <a:endParaRPr sz="3000" dirty="0">
              <a:latin typeface="Microsoft YaHei"/>
              <a:cs typeface="Microsoft YaHe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980728"/>
            <a:ext cx="7621270" cy="5716270"/>
            <a:chOff x="0" y="980728"/>
            <a:chExt cx="7621270" cy="57162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80728"/>
              <a:ext cx="7621064" cy="57157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1464" y="3068960"/>
              <a:ext cx="1584175" cy="25202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24213" y="3068960"/>
              <a:ext cx="1584325" cy="2520315"/>
            </a:xfrm>
            <a:custGeom>
              <a:avLst/>
              <a:gdLst/>
              <a:ahLst/>
              <a:cxnLst/>
              <a:rect l="l" t="t" r="r" b="b"/>
              <a:pathLst>
                <a:path w="1584325" h="2520315">
                  <a:moveTo>
                    <a:pt x="0" y="0"/>
                  </a:moveTo>
                  <a:lnTo>
                    <a:pt x="1584176" y="0"/>
                  </a:lnTo>
                  <a:lnTo>
                    <a:pt x="1584176" y="2520280"/>
                  </a:lnTo>
                  <a:lnTo>
                    <a:pt x="0" y="2520280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34920" y="2251964"/>
            <a:ext cx="4377690" cy="25827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r>
              <a:rPr lang="es-ES" sz="1800" spc="-5" dirty="0">
                <a:latin typeface="Arial MT"/>
                <a:cs typeface="Arial MT"/>
              </a:rPr>
              <a:t>. Confirme que la configuración de IP del medidor es la siguiente: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18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Dirección IP: 192.168.0.3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18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Máscara de subred: 255.255.255.0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18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Puerta de enlace predeterminada: 192.168.0.1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34" y="835898"/>
            <a:ext cx="5593715" cy="76200"/>
          </a:xfrm>
          <a:custGeom>
            <a:avLst/>
            <a:gdLst/>
            <a:ahLst/>
            <a:cxnLst/>
            <a:rect l="l" t="t" r="r" b="b"/>
            <a:pathLst>
              <a:path w="5593715" h="76200">
                <a:moveTo>
                  <a:pt x="5555260" y="0"/>
                </a:moveTo>
                <a:lnTo>
                  <a:pt x="5540415" y="2999"/>
                </a:lnTo>
                <a:lnTo>
                  <a:pt x="5528304" y="11168"/>
                </a:lnTo>
                <a:lnTo>
                  <a:pt x="5520142" y="23281"/>
                </a:lnTo>
                <a:lnTo>
                  <a:pt x="5518111" y="33325"/>
                </a:lnTo>
                <a:lnTo>
                  <a:pt x="5555250" y="33337"/>
                </a:lnTo>
                <a:lnTo>
                  <a:pt x="5555246" y="42862"/>
                </a:lnTo>
                <a:lnTo>
                  <a:pt x="5518110" y="42862"/>
                </a:lnTo>
                <a:lnTo>
                  <a:pt x="5520153" y="52942"/>
                </a:lnTo>
                <a:lnTo>
                  <a:pt x="5528325" y="65050"/>
                </a:lnTo>
                <a:lnTo>
                  <a:pt x="5540406" y="73201"/>
                </a:lnTo>
                <a:lnTo>
                  <a:pt x="5555236" y="76200"/>
                </a:lnTo>
                <a:lnTo>
                  <a:pt x="5570081" y="73201"/>
                </a:lnTo>
                <a:lnTo>
                  <a:pt x="5582192" y="65032"/>
                </a:lnTo>
                <a:lnTo>
                  <a:pt x="5590353" y="52918"/>
                </a:lnTo>
                <a:lnTo>
                  <a:pt x="5592387" y="42862"/>
                </a:lnTo>
                <a:lnTo>
                  <a:pt x="5555246" y="42862"/>
                </a:lnTo>
                <a:lnTo>
                  <a:pt x="5592389" y="42850"/>
                </a:lnTo>
                <a:lnTo>
                  <a:pt x="5593342" y="38087"/>
                </a:lnTo>
                <a:lnTo>
                  <a:pt x="5590343" y="23258"/>
                </a:lnTo>
                <a:lnTo>
                  <a:pt x="5582171" y="11150"/>
                </a:lnTo>
                <a:lnTo>
                  <a:pt x="5570090" y="2999"/>
                </a:lnTo>
                <a:lnTo>
                  <a:pt x="5555260" y="0"/>
                </a:lnTo>
                <a:close/>
              </a:path>
              <a:path w="5593715" h="76200">
                <a:moveTo>
                  <a:pt x="5518111" y="33325"/>
                </a:moveTo>
                <a:lnTo>
                  <a:pt x="5517152" y="38112"/>
                </a:lnTo>
                <a:lnTo>
                  <a:pt x="5518107" y="42850"/>
                </a:lnTo>
                <a:lnTo>
                  <a:pt x="5555246" y="42862"/>
                </a:lnTo>
                <a:lnTo>
                  <a:pt x="5555250" y="33337"/>
                </a:lnTo>
                <a:lnTo>
                  <a:pt x="5518111" y="33325"/>
                </a:lnTo>
                <a:close/>
              </a:path>
              <a:path w="5593715" h="76200">
                <a:moveTo>
                  <a:pt x="3" y="31498"/>
                </a:moveTo>
                <a:lnTo>
                  <a:pt x="0" y="41023"/>
                </a:lnTo>
                <a:lnTo>
                  <a:pt x="5518107" y="42850"/>
                </a:lnTo>
                <a:lnTo>
                  <a:pt x="5517147" y="38087"/>
                </a:lnTo>
                <a:lnTo>
                  <a:pt x="5518111" y="33325"/>
                </a:lnTo>
                <a:lnTo>
                  <a:pt x="3" y="31498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373052" y="501395"/>
            <a:ext cx="24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DBE3F4"/>
                </a:solidFill>
                <a:latin typeface="Microsoft YaHei"/>
                <a:cs typeface="Microsoft YaHei"/>
              </a:rPr>
              <a:t>13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930" y="334771"/>
            <a:ext cx="79102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3000" spc="-180" dirty="0">
                <a:solidFill>
                  <a:srgbClr val="595959"/>
                </a:solidFill>
                <a:latin typeface="Tahoma"/>
                <a:cs typeface="Tahoma"/>
              </a:rPr>
              <a:t>Encender el software de recepción de datos </a:t>
            </a:r>
            <a:endParaRPr sz="30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400" y="1681162"/>
            <a:ext cx="4800599" cy="33623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588431" y="2721355"/>
            <a:ext cx="63760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r>
              <a:rPr lang="es-ES" sz="1800" spc="-5" dirty="0">
                <a:latin typeface="Arial MT"/>
                <a:cs typeface="Arial MT"/>
              </a:rPr>
              <a:t>. Active el software "</a:t>
            </a:r>
            <a:r>
              <a:rPr lang="es-ES" sz="1800" spc="-5" dirty="0" err="1">
                <a:latin typeface="Arial MT"/>
                <a:cs typeface="Arial MT"/>
              </a:rPr>
              <a:t>ReceiveFormTemp</a:t>
            </a:r>
            <a:r>
              <a:rPr lang="es-ES" sz="1800" spc="-5" dirty="0">
                <a:latin typeface="Arial MT"/>
                <a:cs typeface="Arial MT"/>
              </a:rPr>
              <a:t>" en el escritorio de la PC.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3052" y="501395"/>
            <a:ext cx="24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DBE3F4"/>
                </a:solidFill>
                <a:latin typeface="Microsoft YaHei"/>
                <a:cs typeface="Microsoft YaHei"/>
              </a:rPr>
              <a:t>14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930" y="334771"/>
            <a:ext cx="78340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000" spc="-180" dirty="0">
                <a:solidFill>
                  <a:srgbClr val="595959"/>
                </a:solidFill>
                <a:latin typeface="Tahoma"/>
                <a:cs typeface="Tahoma"/>
              </a:rPr>
              <a:t>Encender el software de recepción de datos </a:t>
            </a:r>
            <a:endParaRPr lang="es-ES" sz="30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535" y="1733550"/>
            <a:ext cx="5181599" cy="3533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98675" y="4830571"/>
            <a:ext cx="104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Click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lang="es-MX" sz="1800" spc="-5" dirty="0" err="1">
                <a:latin typeface="Arial MT"/>
                <a:cs typeface="Arial MT"/>
              </a:rPr>
              <a:t>aqui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30723" y="2504947"/>
            <a:ext cx="430593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8. Volver a la interfaz "Historial" en el medidor,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18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seleccione los datos necesarios y haga clic en "LIS".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3052" y="501395"/>
            <a:ext cx="24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DBE3F4"/>
                </a:solidFill>
                <a:latin typeface="Microsoft YaHei"/>
                <a:cs typeface="Microsoft YaHei"/>
              </a:rPr>
              <a:t>15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930" y="334771"/>
            <a:ext cx="79864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000" spc="-180" dirty="0">
                <a:solidFill>
                  <a:srgbClr val="595959"/>
                </a:solidFill>
                <a:latin typeface="Tahoma"/>
                <a:cs typeface="Tahoma"/>
              </a:rPr>
              <a:t>Encender el software de recepción de datos </a:t>
            </a:r>
            <a:endParaRPr sz="30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352" y="1747837"/>
            <a:ext cx="4724400" cy="33527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26669" y="1950211"/>
            <a:ext cx="4860290" cy="255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9. Entonces los datos se pueden recibir en el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Software “</a:t>
            </a:r>
            <a:r>
              <a:rPr lang="es-ES" sz="1800" spc="-5" dirty="0" err="1">
                <a:latin typeface="Arial MT"/>
                <a:cs typeface="Arial MT"/>
              </a:rPr>
              <a:t>ReceiveFormTemp</a:t>
            </a:r>
            <a:r>
              <a:rPr lang="es-ES" sz="1800" spc="-5" dirty="0">
                <a:latin typeface="Arial MT"/>
                <a:cs typeface="Arial MT"/>
              </a:rPr>
              <a:t>”. O el instrumento puede probar normalmente, los resultados de la prueba se enviarán automáticamente al servidor LIS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18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software.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spc="-5" dirty="0">
                <a:latin typeface="Arial MT"/>
                <a:cs typeface="Arial MT"/>
              </a:rPr>
              <a:t>Haga clic en "guardar" para guardar los datos en forma de Excel.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271" y="5251703"/>
            <a:ext cx="5440680" cy="1606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11267771" y="395208"/>
              <a:ext cx="467359" cy="478790"/>
            </a:xfrm>
            <a:custGeom>
              <a:avLst/>
              <a:gdLst/>
              <a:ahLst/>
              <a:cxnLst/>
              <a:rect l="l" t="t" r="r" b="b"/>
              <a:pathLst>
                <a:path w="467359" h="478790">
                  <a:moveTo>
                    <a:pt x="467028" y="0"/>
                  </a:moveTo>
                  <a:lnTo>
                    <a:pt x="0" y="0"/>
                  </a:lnTo>
                  <a:lnTo>
                    <a:pt x="0" y="383031"/>
                  </a:lnTo>
                  <a:lnTo>
                    <a:pt x="233514" y="478789"/>
                  </a:lnTo>
                  <a:lnTo>
                    <a:pt x="467028" y="383031"/>
                  </a:lnTo>
                  <a:lnTo>
                    <a:pt x="467028" y="0"/>
                  </a:lnTo>
                  <a:close/>
                </a:path>
              </a:pathLst>
            </a:custGeom>
            <a:solidFill>
              <a:srgbClr val="0B6C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266B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1552" y="2614758"/>
            <a:ext cx="3813323" cy="85971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21972" y="4049267"/>
            <a:ext cx="30619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Microsoft YaHei"/>
                <a:cs typeface="Microsoft YaHei"/>
              </a:rPr>
              <a:t>Racing</a:t>
            </a:r>
            <a:r>
              <a:rPr sz="3200" b="1" spc="-40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Microsoft YaHei"/>
                <a:cs typeface="Microsoft YaHei"/>
              </a:rPr>
              <a:t>For</a:t>
            </a:r>
            <a:r>
              <a:rPr sz="3200" b="1" spc="-30" dirty="0">
                <a:solidFill>
                  <a:srgbClr val="FFFFFF"/>
                </a:solidFill>
                <a:latin typeface="Microsoft YaHei"/>
                <a:cs typeface="Microsoft YaHe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Microsoft YaHei"/>
                <a:cs typeface="Microsoft YaHei"/>
              </a:rPr>
              <a:t>Life</a:t>
            </a:r>
            <a:endParaRPr sz="320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607" y="3792552"/>
            <a:ext cx="3940175" cy="0"/>
          </a:xfrm>
          <a:custGeom>
            <a:avLst/>
            <a:gdLst/>
            <a:ahLst/>
            <a:cxnLst/>
            <a:rect l="l" t="t" r="r" b="b"/>
            <a:pathLst>
              <a:path w="3940175">
                <a:moveTo>
                  <a:pt x="0" y="0"/>
                </a:moveTo>
                <a:lnTo>
                  <a:pt x="3939561" y="1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1950">
              <a:lnSpc>
                <a:spcPct val="100000"/>
              </a:lnSpc>
              <a:spcBef>
                <a:spcPts val="100"/>
              </a:spcBef>
              <a:tabLst>
                <a:tab pos="8997950" algn="l"/>
              </a:tabLst>
            </a:pPr>
            <a:r>
              <a:rPr lang="es-MX" dirty="0"/>
              <a:t>GRACIAS</a:t>
            </a:r>
            <a:r>
              <a:rPr dirty="0"/>
              <a:t>!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6238082" y="3494763"/>
            <a:ext cx="417830" cy="417830"/>
            <a:chOff x="6238082" y="3494763"/>
            <a:chExt cx="417830" cy="417830"/>
          </a:xfrm>
        </p:grpSpPr>
        <p:sp>
          <p:nvSpPr>
            <p:cNvPr id="12" name="object 12"/>
            <p:cNvSpPr/>
            <p:nvPr/>
          </p:nvSpPr>
          <p:spPr>
            <a:xfrm>
              <a:off x="6238082" y="3494763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40" y="0"/>
                  </a:moveTo>
                  <a:lnTo>
                    <a:pt x="160801" y="5510"/>
                  </a:lnTo>
                  <a:lnTo>
                    <a:pt x="116885" y="21206"/>
                  </a:lnTo>
                  <a:lnTo>
                    <a:pt x="78146" y="45835"/>
                  </a:lnTo>
                  <a:lnTo>
                    <a:pt x="45835" y="78146"/>
                  </a:lnTo>
                  <a:lnTo>
                    <a:pt x="21206" y="116885"/>
                  </a:lnTo>
                  <a:lnTo>
                    <a:pt x="5510" y="160801"/>
                  </a:lnTo>
                  <a:lnTo>
                    <a:pt x="0" y="208640"/>
                  </a:lnTo>
                  <a:lnTo>
                    <a:pt x="5510" y="256480"/>
                  </a:lnTo>
                  <a:lnTo>
                    <a:pt x="21206" y="300395"/>
                  </a:lnTo>
                  <a:lnTo>
                    <a:pt x="45835" y="339135"/>
                  </a:lnTo>
                  <a:lnTo>
                    <a:pt x="78146" y="371445"/>
                  </a:lnTo>
                  <a:lnTo>
                    <a:pt x="116885" y="396074"/>
                  </a:lnTo>
                  <a:lnTo>
                    <a:pt x="160801" y="411771"/>
                  </a:lnTo>
                  <a:lnTo>
                    <a:pt x="208640" y="417281"/>
                  </a:lnTo>
                  <a:lnTo>
                    <a:pt x="256479" y="411771"/>
                  </a:lnTo>
                  <a:lnTo>
                    <a:pt x="300395" y="396074"/>
                  </a:lnTo>
                  <a:lnTo>
                    <a:pt x="339134" y="371445"/>
                  </a:lnTo>
                  <a:lnTo>
                    <a:pt x="371445" y="339135"/>
                  </a:lnTo>
                  <a:lnTo>
                    <a:pt x="396074" y="300395"/>
                  </a:lnTo>
                  <a:lnTo>
                    <a:pt x="411770" y="256480"/>
                  </a:lnTo>
                  <a:lnTo>
                    <a:pt x="417281" y="208640"/>
                  </a:lnTo>
                  <a:lnTo>
                    <a:pt x="411770" y="160801"/>
                  </a:lnTo>
                  <a:lnTo>
                    <a:pt x="396074" y="116885"/>
                  </a:lnTo>
                  <a:lnTo>
                    <a:pt x="371445" y="78146"/>
                  </a:lnTo>
                  <a:lnTo>
                    <a:pt x="339134" y="45835"/>
                  </a:lnTo>
                  <a:lnTo>
                    <a:pt x="300395" y="21206"/>
                  </a:lnTo>
                  <a:lnTo>
                    <a:pt x="256479" y="5510"/>
                  </a:lnTo>
                  <a:lnTo>
                    <a:pt x="20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5803" y="3598530"/>
              <a:ext cx="222733" cy="22968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238082" y="4112616"/>
            <a:ext cx="417830" cy="417830"/>
            <a:chOff x="6238082" y="4112616"/>
            <a:chExt cx="417830" cy="417830"/>
          </a:xfrm>
        </p:grpSpPr>
        <p:sp>
          <p:nvSpPr>
            <p:cNvPr id="15" name="object 15"/>
            <p:cNvSpPr/>
            <p:nvPr/>
          </p:nvSpPr>
          <p:spPr>
            <a:xfrm>
              <a:off x="6238082" y="4112616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40" y="0"/>
                  </a:moveTo>
                  <a:lnTo>
                    <a:pt x="160801" y="5510"/>
                  </a:lnTo>
                  <a:lnTo>
                    <a:pt x="116885" y="21206"/>
                  </a:lnTo>
                  <a:lnTo>
                    <a:pt x="78146" y="45836"/>
                  </a:lnTo>
                  <a:lnTo>
                    <a:pt x="45835" y="78146"/>
                  </a:lnTo>
                  <a:lnTo>
                    <a:pt x="21206" y="116886"/>
                  </a:lnTo>
                  <a:lnTo>
                    <a:pt x="5510" y="160801"/>
                  </a:lnTo>
                  <a:lnTo>
                    <a:pt x="0" y="208640"/>
                  </a:lnTo>
                  <a:lnTo>
                    <a:pt x="5510" y="256480"/>
                  </a:lnTo>
                  <a:lnTo>
                    <a:pt x="21206" y="300396"/>
                  </a:lnTo>
                  <a:lnTo>
                    <a:pt x="45835" y="339135"/>
                  </a:lnTo>
                  <a:lnTo>
                    <a:pt x="78146" y="371446"/>
                  </a:lnTo>
                  <a:lnTo>
                    <a:pt x="116885" y="396075"/>
                  </a:lnTo>
                  <a:lnTo>
                    <a:pt x="160801" y="411772"/>
                  </a:lnTo>
                  <a:lnTo>
                    <a:pt x="208640" y="417282"/>
                  </a:lnTo>
                  <a:lnTo>
                    <a:pt x="256479" y="411772"/>
                  </a:lnTo>
                  <a:lnTo>
                    <a:pt x="300395" y="396075"/>
                  </a:lnTo>
                  <a:lnTo>
                    <a:pt x="339134" y="371446"/>
                  </a:lnTo>
                  <a:lnTo>
                    <a:pt x="371445" y="339135"/>
                  </a:lnTo>
                  <a:lnTo>
                    <a:pt x="396074" y="300396"/>
                  </a:lnTo>
                  <a:lnTo>
                    <a:pt x="411770" y="256480"/>
                  </a:lnTo>
                  <a:lnTo>
                    <a:pt x="417281" y="208640"/>
                  </a:lnTo>
                  <a:lnTo>
                    <a:pt x="411770" y="160801"/>
                  </a:lnTo>
                  <a:lnTo>
                    <a:pt x="396074" y="116886"/>
                  </a:lnTo>
                  <a:lnTo>
                    <a:pt x="371445" y="78146"/>
                  </a:lnTo>
                  <a:lnTo>
                    <a:pt x="339134" y="45836"/>
                  </a:lnTo>
                  <a:lnTo>
                    <a:pt x="300395" y="21206"/>
                  </a:lnTo>
                  <a:lnTo>
                    <a:pt x="256479" y="5510"/>
                  </a:lnTo>
                  <a:lnTo>
                    <a:pt x="20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34968" y="4209445"/>
              <a:ext cx="223567" cy="22362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6238082" y="2876908"/>
            <a:ext cx="417830" cy="417830"/>
            <a:chOff x="6238082" y="2876908"/>
            <a:chExt cx="417830" cy="417830"/>
          </a:xfrm>
        </p:grpSpPr>
        <p:sp>
          <p:nvSpPr>
            <p:cNvPr id="18" name="object 18"/>
            <p:cNvSpPr/>
            <p:nvPr/>
          </p:nvSpPr>
          <p:spPr>
            <a:xfrm>
              <a:off x="6238082" y="2876908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40" y="0"/>
                  </a:moveTo>
                  <a:lnTo>
                    <a:pt x="160801" y="5510"/>
                  </a:lnTo>
                  <a:lnTo>
                    <a:pt x="116885" y="21206"/>
                  </a:lnTo>
                  <a:lnTo>
                    <a:pt x="78146" y="45836"/>
                  </a:lnTo>
                  <a:lnTo>
                    <a:pt x="45835" y="78146"/>
                  </a:lnTo>
                  <a:lnTo>
                    <a:pt x="21206" y="116886"/>
                  </a:lnTo>
                  <a:lnTo>
                    <a:pt x="5510" y="160801"/>
                  </a:lnTo>
                  <a:lnTo>
                    <a:pt x="0" y="208640"/>
                  </a:lnTo>
                  <a:lnTo>
                    <a:pt x="5510" y="256480"/>
                  </a:lnTo>
                  <a:lnTo>
                    <a:pt x="21206" y="300396"/>
                  </a:lnTo>
                  <a:lnTo>
                    <a:pt x="45835" y="339135"/>
                  </a:lnTo>
                  <a:lnTo>
                    <a:pt x="78146" y="371446"/>
                  </a:lnTo>
                  <a:lnTo>
                    <a:pt x="116885" y="396075"/>
                  </a:lnTo>
                  <a:lnTo>
                    <a:pt x="160801" y="411772"/>
                  </a:lnTo>
                  <a:lnTo>
                    <a:pt x="208640" y="417282"/>
                  </a:lnTo>
                  <a:lnTo>
                    <a:pt x="256479" y="411772"/>
                  </a:lnTo>
                  <a:lnTo>
                    <a:pt x="300395" y="396075"/>
                  </a:lnTo>
                  <a:lnTo>
                    <a:pt x="339134" y="371446"/>
                  </a:lnTo>
                  <a:lnTo>
                    <a:pt x="371445" y="339135"/>
                  </a:lnTo>
                  <a:lnTo>
                    <a:pt x="396074" y="300396"/>
                  </a:lnTo>
                  <a:lnTo>
                    <a:pt x="411770" y="256480"/>
                  </a:lnTo>
                  <a:lnTo>
                    <a:pt x="417281" y="208640"/>
                  </a:lnTo>
                  <a:lnTo>
                    <a:pt x="411770" y="160801"/>
                  </a:lnTo>
                  <a:lnTo>
                    <a:pt x="396074" y="116886"/>
                  </a:lnTo>
                  <a:lnTo>
                    <a:pt x="371445" y="78146"/>
                  </a:lnTo>
                  <a:lnTo>
                    <a:pt x="339134" y="45836"/>
                  </a:lnTo>
                  <a:lnTo>
                    <a:pt x="300395" y="21206"/>
                  </a:lnTo>
                  <a:lnTo>
                    <a:pt x="256479" y="5510"/>
                  </a:lnTo>
                  <a:lnTo>
                    <a:pt x="20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1074" y="2962210"/>
              <a:ext cx="248986" cy="24898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817095" y="2906267"/>
            <a:ext cx="2671445" cy="96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000" spc="-5" dirty="0">
                <a:solidFill>
                  <a:srgbClr val="FFFFFF"/>
                </a:solidFill>
                <a:latin typeface="Calibri"/>
                <a:cs typeface="Calibri"/>
              </a:rPr>
              <a:t>55 22 19 78 12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100" dirty="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  <a:hlinkClick r:id="rId8"/>
              </a:rPr>
              <a:t>http://en.wondfo.com.cn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30932" y="4140708"/>
            <a:ext cx="475146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000" spc="-5" dirty="0" err="1">
                <a:solidFill>
                  <a:srgbClr val="FFFFFF"/>
                </a:solidFill>
                <a:latin typeface="Calibri"/>
                <a:cs typeface="Calibri"/>
              </a:rPr>
              <a:t>guillermo.guillen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@</a:t>
            </a:r>
            <a:r>
              <a:rPr lang="es-MX" sz="2000" spc="-5" dirty="0" err="1">
                <a:solidFill>
                  <a:srgbClr val="FFFFFF"/>
                </a:solidFill>
                <a:latin typeface="Calibri"/>
                <a:cs typeface="Calibri"/>
              </a:rPr>
              <a:t>drpromedmexico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.com.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38356" y="5033055"/>
            <a:ext cx="1273615" cy="131320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33400" y="5028394"/>
            <a:ext cx="1273615" cy="1313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479</Words>
  <Application>Microsoft Office PowerPoint</Application>
  <PresentationFormat>Panorámica</PresentationFormat>
  <Paragraphs>83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Microsoft YaHei</vt:lpstr>
      <vt:lpstr>Arial</vt:lpstr>
      <vt:lpstr>Arial Black</vt:lpstr>
      <vt:lpstr>Arial MT</vt:lpstr>
      <vt:lpstr>Calibri</vt:lpstr>
      <vt:lpstr>Tahoma</vt:lpstr>
      <vt:lpstr>Verdana</vt:lpstr>
      <vt:lpstr>Office Theme</vt:lpstr>
      <vt:lpstr>Racing For Life</vt:lpstr>
      <vt:lpstr>Procedimiento para conexión LIS</vt:lpstr>
      <vt:lpstr>Configuración de  PC</vt:lpstr>
      <vt:lpstr>Configuración de PC</vt:lpstr>
      <vt:lpstr>Configuración de PC</vt:lpstr>
      <vt:lpstr>Configuración de PC</vt:lpstr>
      <vt:lpstr>Configuración de Fineare FS113</vt:lpstr>
      <vt:lpstr>Presentación de PowerPoint</vt:lpstr>
      <vt:lpstr>Configuración de Fineare FS113</vt:lpstr>
      <vt:lpstr>Presentación de PowerPoint</vt:lpstr>
      <vt:lpstr>Configuración de Fineare FS113</vt:lpstr>
      <vt:lpstr>Configuración de Fineare FS113</vt:lpstr>
      <vt:lpstr>Presentación de PowerPoint</vt:lpstr>
      <vt:lpstr>Encender el software de recepción de datos </vt:lpstr>
      <vt:lpstr>Encender el software de recepción de datos 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Racing For Life</dc:title>
  <dc:creator>Guillermo Dr promed</dc:creator>
  <cp:lastModifiedBy>Soporte Técnico DRPROMED</cp:lastModifiedBy>
  <cp:revision>2</cp:revision>
  <dcterms:created xsi:type="dcterms:W3CDTF">2023-05-26T19:29:40Z</dcterms:created>
  <dcterms:modified xsi:type="dcterms:W3CDTF">2023-05-26T19:48:01Z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2022-05-04T00:00:00Z</vt:filetime>
  </property>
  <property fmtid="{D5CDD505-2E9C-101B-9397-08002B2CF9AE}" pid="3" name="LastSaved">
    <vt:filetime>2023-05-26T00:00:00Z</vt:filetime>
  </property>
</Properties>
</file>